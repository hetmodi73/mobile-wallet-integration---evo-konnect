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48" r:id="rId2"/>
  </p:sldMasterIdLst>
  <p:notesMasterIdLst>
    <p:notesMasterId r:id="rId18"/>
  </p:notesMasterIdLst>
  <p:sldIdLst>
    <p:sldId id="269" r:id="rId3"/>
    <p:sldId id="377" r:id="rId4"/>
    <p:sldId id="373" r:id="rId5"/>
    <p:sldId id="266" r:id="rId6"/>
    <p:sldId id="267" r:id="rId7"/>
    <p:sldId id="270" r:id="rId8"/>
    <p:sldId id="275" r:id="rId9"/>
    <p:sldId id="276" r:id="rId10"/>
    <p:sldId id="370" r:id="rId11"/>
    <p:sldId id="368" r:id="rId12"/>
    <p:sldId id="372" r:id="rId13"/>
    <p:sldId id="371" r:id="rId14"/>
    <p:sldId id="376" r:id="rId15"/>
    <p:sldId id="374" r:id="rId16"/>
    <p:sldId id="2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varScale="1">
        <p:scale>
          <a:sx n="78" d="100"/>
          <a:sy n="78" d="100"/>
        </p:scale>
        <p:origin x="878" y="62"/>
      </p:cViewPr>
      <p:guideLst/>
    </p:cSldViewPr>
  </p:slideViewPr>
  <p:outlineViewPr>
    <p:cViewPr>
      <p:scale>
        <a:sx n="33" d="100"/>
        <a:sy n="33" d="100"/>
      </p:scale>
      <p:origin x="0" y="-1152"/>
    </p:cViewPr>
    <p:sldLst>
      <p:sld r:id="rId1" collapse="1"/>
      <p:sld r:id="rId2" collapse="1"/>
      <p:sld r:id="rId3" collapse="1"/>
      <p:sld r:id="rId4" collapse="1"/>
      <p:sld r:id="rId5" collapse="1"/>
      <p:sld r:id="rId6" collapse="1"/>
    </p:sldLst>
  </p:outlin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14.xml"/><Relationship Id="rId5" Type="http://schemas.openxmlformats.org/officeDocument/2006/relationships/slide" Target="slides/slide13.xml"/><Relationship Id="rId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6AD3F-B614-42DB-A954-C6A782847411}" type="datetimeFigureOut">
              <a:rPr lang="en-CA" smtClean="0"/>
              <a:t>2024-10-03</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5B6E7-08B8-4433-A3C4-7C97234575A1}" type="slidenum">
              <a:rPr lang="en-CA" smtClean="0"/>
              <a:t>‹#›</a:t>
            </a:fld>
            <a:endParaRPr lang="en-CA" dirty="0"/>
          </a:p>
        </p:txBody>
      </p:sp>
    </p:spTree>
    <p:extLst>
      <p:ext uri="{BB962C8B-B14F-4D97-AF65-F5344CB8AC3E}">
        <p14:creationId xmlns:p14="http://schemas.microsoft.com/office/powerpoint/2010/main" val="1899521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575B6E7-08B8-4433-A3C4-7C97234575A1}" type="slidenum">
              <a:rPr lang="en-CA" smtClean="0"/>
              <a:t>7</a:t>
            </a:fld>
            <a:endParaRPr lang="en-CA" dirty="0"/>
          </a:p>
        </p:txBody>
      </p:sp>
    </p:spTree>
    <p:extLst>
      <p:ext uri="{BB962C8B-B14F-4D97-AF65-F5344CB8AC3E}">
        <p14:creationId xmlns:p14="http://schemas.microsoft.com/office/powerpoint/2010/main" val="148507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10"/>
          </p:nvPr>
        </p:nvSpPr>
        <p:spPr/>
        <p:txBody>
          <a:bodyPr/>
          <a:lstStyle/>
          <a:p>
            <a:fld id="{B68D2766-C49B-4C1A-9FEE-6F146754B02B}" type="slidenum">
              <a:rPr lang="en-US" smtClean="0"/>
              <a:t>9</a:t>
            </a:fld>
            <a:endParaRPr lang="en-US" dirty="0"/>
          </a:p>
        </p:txBody>
      </p:sp>
    </p:spTree>
    <p:extLst>
      <p:ext uri="{BB962C8B-B14F-4D97-AF65-F5344CB8AC3E}">
        <p14:creationId xmlns:p14="http://schemas.microsoft.com/office/powerpoint/2010/main" val="1202323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838200" y="1122363"/>
            <a:ext cx="9829800" cy="2387600"/>
          </a:xfrm>
        </p:spPr>
        <p:txBody>
          <a:bodyPr anchor="b">
            <a:normAutofit/>
          </a:bodyPr>
          <a:lstStyle>
            <a:lvl1pPr algn="l">
              <a:defRPr sz="5200"/>
            </a:lvl1pPr>
          </a:lstStyle>
          <a:p>
            <a:r>
              <a:rPr lang="en-US" dirty="0"/>
              <a:t>Click to edit Master title style</a:t>
            </a:r>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838200" y="3602038"/>
            <a:ext cx="9829800"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838200" y="136525"/>
            <a:ext cx="2743200" cy="365125"/>
          </a:xfrm>
        </p:spPr>
        <p:txBody>
          <a:bodyPr/>
          <a:lstStyle>
            <a:lvl1pPr algn="l">
              <a:defRPr/>
            </a:lvl1pPr>
          </a:lstStyle>
          <a:p>
            <a:fld id="{82BBE2C1-2942-4245-8C05-A6A80ABD4EAB}" type="datetime1">
              <a:rPr lang="en-US" smtClean="0"/>
              <a:t>10/3/2024</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838200" y="6356350"/>
            <a:ext cx="4114800" cy="365125"/>
          </a:xfrm>
        </p:spPr>
        <p:txBody>
          <a:bodyPr/>
          <a:lstStyle>
            <a:lvl1pPr algn="l">
              <a:defRPr/>
            </a:lvl1pPr>
          </a:lstStyle>
          <a:p>
            <a:endParaRPr lang="en-US" dirty="0"/>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1896719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p:txBody>
          <a:bodyPr/>
          <a:lstStyle/>
          <a:p>
            <a:fld id="{DD0A9432-C7D0-478A-91A5-82524B02261F}" type="datetime1">
              <a:rPr lang="en-US" smtClean="0"/>
              <a:t>10/3/2024</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581912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831850" y="1709738"/>
            <a:ext cx="10515600" cy="2852737"/>
          </a:xfrm>
        </p:spPr>
        <p:txBody>
          <a:bodyPr anchor="b">
            <a:normAutofit/>
          </a:bodyPr>
          <a:lstStyle>
            <a:lvl1pPr>
              <a:defRPr sz="5200">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831850" y="4589463"/>
            <a:ext cx="10515600" cy="15001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DCF47E57-8A29-4E60-8F59-E7AC9C879954}" type="datetime1">
              <a:rPr lang="en-US" smtClean="0"/>
              <a:t>10/3/2024</a:t>
            </a:fld>
            <a:endParaRPr lang="en-US" dirty="0"/>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515072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838200" y="2195847"/>
            <a:ext cx="5181600" cy="398111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6172200" y="2195847"/>
            <a:ext cx="5181600" cy="398111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3ED470B6-5953-4DE6-A5A3-222DDEB0B5F9}" type="datetime1">
              <a:rPr lang="en-US" smtClean="0"/>
              <a:t>10/3/2024</a:t>
            </a:fld>
            <a:endParaRPr lang="en-US" dirty="0"/>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649400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839788" y="731520"/>
            <a:ext cx="10515600" cy="1325563"/>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839788" y="2149131"/>
            <a:ext cx="5157787" cy="693696"/>
          </a:xfrm>
        </p:spPr>
        <p:txBody>
          <a:bodyPr anchor="b">
            <a:normAutofit/>
          </a:bodyPr>
          <a:lstStyle>
            <a:lvl1pPr marL="0" indent="0">
              <a:buNone/>
              <a:defRPr sz="2000" b="0" i="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839788" y="2910625"/>
            <a:ext cx="5157787" cy="3100561"/>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6172200" y="2149131"/>
            <a:ext cx="5183188" cy="693696"/>
          </a:xfrm>
        </p:spPr>
        <p:txBody>
          <a:bodyPr anchor="b">
            <a:normAutofit/>
          </a:bodyPr>
          <a:lstStyle>
            <a:lvl1pPr marL="0" indent="0">
              <a:buNone/>
              <a:defRPr sz="2000" b="0" i="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6172200" y="2910625"/>
            <a:ext cx="5183188" cy="3100561"/>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952FB6FB-410A-4418-91D8-83D61612AD4B}" type="datetime1">
              <a:rPr lang="en-US" smtClean="0"/>
              <a:t>10/3/2024</a:t>
            </a:fld>
            <a:endParaRPr lang="en-US" dirty="0"/>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47663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838200" y="731520"/>
            <a:ext cx="1051560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714033B0-E32E-42C9-B424-D61615BEB86A}" type="datetime1">
              <a:rPr lang="en-US" smtClean="0"/>
              <a:t>10/3/2024</a:t>
            </a:fld>
            <a:endParaRPr lang="en-US" dirty="0"/>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376010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04EA3A5A-A689-42BC-8B7D-A7E5B765F80C}" type="datetime1">
              <a:rPr lang="en-US" smtClean="0"/>
              <a:t>10/3/2024</a:t>
            </a:fld>
            <a:endParaRPr lang="en-US" dirty="0"/>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1562272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839788" y="731520"/>
            <a:ext cx="3932237" cy="2346326"/>
          </a:xfrm>
        </p:spPr>
        <p:txBody>
          <a:bodyPr anchor="b">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731521"/>
            <a:ext cx="6172200" cy="512953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839788" y="3429000"/>
            <a:ext cx="3932237"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B6BCC6CC-2AB9-44E4-A88E-B4CBFCB2D0B3}" type="datetime1">
              <a:rPr lang="en-US" smtClean="0"/>
              <a:t>10/3/2024</a:t>
            </a:fld>
            <a:endParaRPr lang="en-US" dirty="0"/>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4050391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839788" y="731520"/>
            <a:ext cx="3932237" cy="2341564"/>
          </a:xfrm>
        </p:spPr>
        <p:txBody>
          <a:bodyPr anchor="b">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687257"/>
            <a:ext cx="6172200" cy="51737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839788"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B2F52662-A426-46CD-A2B9-FF781F6D1E12}" type="datetime1">
              <a:rPr lang="en-US" smtClean="0"/>
              <a:t>10/3/2024</a:t>
            </a:fld>
            <a:endParaRPr lang="en-US" dirty="0"/>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215283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F3CE9783-65A0-4A74-89F4-2C40392EE44E}" type="datetime1">
              <a:rPr lang="en-US" smtClean="0"/>
              <a:t>10/3/2024</a:t>
            </a:fld>
            <a:endParaRPr lang="en-US" dirty="0"/>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311630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8724900" y="731520"/>
            <a:ext cx="2628900" cy="537807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838200" y="731520"/>
            <a:ext cx="7734300" cy="537807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954EC890-00C9-4C9F-B005-D86D6CB6191C}" type="datetime1">
              <a:rPr lang="en-US" smtClean="0"/>
              <a:t>10/3/2024</a:t>
            </a:fld>
            <a:endParaRPr lang="en-US" dirty="0"/>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675951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Blank_and_photo">
    <p:spTree>
      <p:nvGrpSpPr>
        <p:cNvPr id="1" name=""/>
        <p:cNvGrpSpPr/>
        <p:nvPr/>
      </p:nvGrpSpPr>
      <p:grpSpPr>
        <a:xfrm>
          <a:off x="0" y="0"/>
          <a:ext cx="0" cy="0"/>
          <a:chOff x="0" y="0"/>
          <a:chExt cx="0" cy="0"/>
        </a:xfrm>
      </p:grpSpPr>
      <p:sp>
        <p:nvSpPr>
          <p:cNvPr id="16" name="Номер слайда"/>
          <p:cNvSpPr txBox="1">
            <a:spLocks noGrp="1"/>
          </p:cNvSpPr>
          <p:nvPr>
            <p:ph type="sldNum" sz="quarter" idx="2"/>
          </p:nvPr>
        </p:nvSpPr>
        <p:spPr>
          <a:xfrm>
            <a:off x="5979516" y="6540500"/>
            <a:ext cx="226619" cy="230530"/>
          </a:xfrm>
          <a:prstGeom prst="rect">
            <a:avLst/>
          </a:prstGeom>
        </p:spPr>
        <p:txBody>
          <a:bodyPr wrap="none"/>
          <a:lstStyle>
            <a:lvl1pPr>
              <a:defRPr sz="1200" b="0">
                <a:solidFill>
                  <a:srgbClr val="000000"/>
                </a:solidFill>
                <a:latin typeface="Helvetica Neue Light"/>
                <a:ea typeface="Helvetica Neue Light"/>
                <a:cs typeface="Helvetica Neue Light"/>
                <a:sym typeface="Helvetica Neue Light"/>
              </a:defRPr>
            </a:lvl1pPr>
          </a:lstStyle>
          <a:p>
            <a:fld id="{86CB4B4D-7CA3-9044-876B-883B54F8677D}" type="slidenum">
              <a:t>‹#›</a:t>
            </a:fld>
            <a:endParaRPr dirty="0"/>
          </a:p>
        </p:txBody>
      </p:sp>
      <p:sp>
        <p:nvSpPr>
          <p:cNvPr id="3" name="Объект 2">
            <a:extLst>
              <a:ext uri="{FF2B5EF4-FFF2-40B4-BE49-F238E27FC236}">
                <a16:creationId xmlns:a16="http://schemas.microsoft.com/office/drawing/2014/main" id="{B6E1B8D8-B920-B54B-9695-F3BA24432E4F}"/>
              </a:ext>
            </a:extLst>
          </p:cNvPr>
          <p:cNvSpPr>
            <a:spLocks noGrp="1"/>
          </p:cNvSpPr>
          <p:nvPr>
            <p:ph sz="quarter" idx="10" hasCustomPrompt="1"/>
          </p:nvPr>
        </p:nvSpPr>
        <p:spPr>
          <a:xfrm>
            <a:off x="2230081"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5" name="Объект 2">
            <a:extLst>
              <a:ext uri="{FF2B5EF4-FFF2-40B4-BE49-F238E27FC236}">
                <a16:creationId xmlns:a16="http://schemas.microsoft.com/office/drawing/2014/main" id="{98EA7391-882B-DA41-BCB8-930409F9A600}"/>
              </a:ext>
            </a:extLst>
          </p:cNvPr>
          <p:cNvSpPr>
            <a:spLocks noGrp="1"/>
          </p:cNvSpPr>
          <p:nvPr>
            <p:ph sz="quarter" idx="11" hasCustomPrompt="1"/>
          </p:nvPr>
        </p:nvSpPr>
        <p:spPr>
          <a:xfrm>
            <a:off x="3424399"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6" name="Объект 2">
            <a:extLst>
              <a:ext uri="{FF2B5EF4-FFF2-40B4-BE49-F238E27FC236}">
                <a16:creationId xmlns:a16="http://schemas.microsoft.com/office/drawing/2014/main" id="{2FB0C802-B277-F548-A8D7-8A5FD54AD630}"/>
              </a:ext>
            </a:extLst>
          </p:cNvPr>
          <p:cNvSpPr>
            <a:spLocks noGrp="1"/>
          </p:cNvSpPr>
          <p:nvPr>
            <p:ph sz="quarter" idx="12" hasCustomPrompt="1"/>
          </p:nvPr>
        </p:nvSpPr>
        <p:spPr>
          <a:xfrm>
            <a:off x="4618718"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7" name="Объект 2">
            <a:extLst>
              <a:ext uri="{FF2B5EF4-FFF2-40B4-BE49-F238E27FC236}">
                <a16:creationId xmlns:a16="http://schemas.microsoft.com/office/drawing/2014/main" id="{C1D836C8-A676-554D-A15E-0AB992E3FF42}"/>
              </a:ext>
            </a:extLst>
          </p:cNvPr>
          <p:cNvSpPr>
            <a:spLocks noGrp="1"/>
          </p:cNvSpPr>
          <p:nvPr>
            <p:ph sz="quarter" idx="13" hasCustomPrompt="1"/>
          </p:nvPr>
        </p:nvSpPr>
        <p:spPr>
          <a:xfrm>
            <a:off x="5813036"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8" name="Объект 2">
            <a:extLst>
              <a:ext uri="{FF2B5EF4-FFF2-40B4-BE49-F238E27FC236}">
                <a16:creationId xmlns:a16="http://schemas.microsoft.com/office/drawing/2014/main" id="{4187E1A5-0909-9842-8A5D-81657ABD7577}"/>
              </a:ext>
            </a:extLst>
          </p:cNvPr>
          <p:cNvSpPr>
            <a:spLocks noGrp="1"/>
          </p:cNvSpPr>
          <p:nvPr>
            <p:ph sz="quarter" idx="14" hasCustomPrompt="1"/>
          </p:nvPr>
        </p:nvSpPr>
        <p:spPr>
          <a:xfrm>
            <a:off x="7007355"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9" name="Объект 2">
            <a:extLst>
              <a:ext uri="{FF2B5EF4-FFF2-40B4-BE49-F238E27FC236}">
                <a16:creationId xmlns:a16="http://schemas.microsoft.com/office/drawing/2014/main" id="{3F3C4777-5F3B-A54B-B89A-A9468F93725F}"/>
              </a:ext>
            </a:extLst>
          </p:cNvPr>
          <p:cNvSpPr>
            <a:spLocks noGrp="1"/>
          </p:cNvSpPr>
          <p:nvPr>
            <p:ph sz="quarter" idx="15" hasCustomPrompt="1"/>
          </p:nvPr>
        </p:nvSpPr>
        <p:spPr>
          <a:xfrm>
            <a:off x="8201673"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
        <p:nvSpPr>
          <p:cNvPr id="10" name="Объект 2">
            <a:extLst>
              <a:ext uri="{FF2B5EF4-FFF2-40B4-BE49-F238E27FC236}">
                <a16:creationId xmlns:a16="http://schemas.microsoft.com/office/drawing/2014/main" id="{4FAB20B1-1F53-9C4D-BBDE-78FEE28A0580}"/>
              </a:ext>
            </a:extLst>
          </p:cNvPr>
          <p:cNvSpPr>
            <a:spLocks noGrp="1"/>
          </p:cNvSpPr>
          <p:nvPr>
            <p:ph sz="quarter" idx="16" hasCustomPrompt="1"/>
          </p:nvPr>
        </p:nvSpPr>
        <p:spPr>
          <a:xfrm>
            <a:off x="9395991" y="2589213"/>
            <a:ext cx="839788" cy="839788"/>
          </a:xfrm>
          <a:solidFill>
            <a:schemeClr val="accent4"/>
          </a:solidFill>
        </p:spPr>
        <p:txBody>
          <a:bodyPr>
            <a:normAutofit/>
          </a:bodyPr>
          <a:lstStyle>
            <a:lvl1pPr>
              <a:defRPr sz="600">
                <a:solidFill>
                  <a:schemeClr val="bg2"/>
                </a:solidFill>
              </a:defRPr>
            </a:lvl1pPr>
          </a:lstStyle>
          <a:p>
            <a:pPr lvl="0"/>
            <a:r>
              <a:rPr lang="en-US" sz="600" dirty="0" err="1"/>
              <a:t>img</a:t>
            </a:r>
            <a:endParaRPr lang="ru-RU" dirty="0"/>
          </a:p>
        </p:txBody>
      </p:sp>
    </p:spTree>
    <p:extLst>
      <p:ext uri="{BB962C8B-B14F-4D97-AF65-F5344CB8AC3E}">
        <p14:creationId xmlns:p14="http://schemas.microsoft.com/office/powerpoint/2010/main" val="194599481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58ECEB-1851-4EA8-ABDA-505FF2598674}" type="datetime1">
              <a:rPr lang="en-US" smtClean="0"/>
              <a:t>10/3/2024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143584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293296F-4C3A-4530-98F5-F83646ACE913}"/>
              </a:ext>
              <a:ext uri="{C183D7F6-B498-43B3-948B-1728B52AA6E4}">
                <adec:decorative xmlns:adec="http://schemas.microsoft.com/office/drawing/2017/decorative" val="1"/>
              </a:ext>
            </a:extLst>
          </p:cNvPr>
          <p:cNvSpPr/>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p:nvPr/>
        </p:nvGrpSpPr>
        <p:grpSpPr>
          <a:xfrm>
            <a:off x="572" y="-1"/>
            <a:ext cx="12192000" cy="6857996"/>
            <a:chOff x="572" y="-1"/>
            <a:chExt cx="12192000" cy="6857996"/>
          </a:xfrm>
        </p:grpSpPr>
        <p:cxnSp>
          <p:nvCxnSpPr>
            <p:cNvPr id="9" name="Straight Connector 8">
              <a:extLst>
                <a:ext uri="{FF2B5EF4-FFF2-40B4-BE49-F238E27FC236}">
                  <a16:creationId xmlns:a16="http://schemas.microsoft.com/office/drawing/2014/main" id="{D3DD55E4-EA4F-4874-8B5B-6E0EAF4BBFC4}"/>
                </a:ext>
              </a:extLst>
            </p:cNvPr>
            <p:cNvCxnSpPr>
              <a:cxnSpLocks/>
            </p:cNvCxnSpPr>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950BAF-7673-4138-AEA2-DE7D368CC357}"/>
                </a:ext>
              </a:extLst>
            </p:cNvPr>
            <p:cNvCxnSpPr>
              <a:cxnSpLocks/>
            </p:cNvCxnSpPr>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3E2B5-EA1C-415A-941A-843C7EA148E1}"/>
                </a:ext>
              </a:extLst>
            </p:cNvPr>
            <p:cNvCxnSpPr>
              <a:cxnSpLocks/>
            </p:cNvCxnSpPr>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7FA3A6-E398-4576-B6B8-3328028D84B2}"/>
                </a:ext>
              </a:extLst>
            </p:cNvPr>
            <p:cNvCxnSpPr>
              <a:cxnSpLocks/>
            </p:cNvCxnSpPr>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Graphic 33">
              <a:extLst>
                <a:ext uri="{FF2B5EF4-FFF2-40B4-BE49-F238E27FC236}">
                  <a16:creationId xmlns:a16="http://schemas.microsoft.com/office/drawing/2014/main" id="{EFB597D7-65E0-476A-B9EB-3AA6ED33884C}"/>
                </a:ext>
              </a:extLst>
            </p:cNvPr>
            <p:cNvSpPr/>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14" name="Graphic 33">
              <a:extLst>
                <a:ext uri="{FF2B5EF4-FFF2-40B4-BE49-F238E27FC236}">
                  <a16:creationId xmlns:a16="http://schemas.microsoft.com/office/drawing/2014/main" id="{11AA060A-BE0E-4687-8F9E-0E2955D9796D}"/>
                </a:ext>
              </a:extLst>
            </p:cNvPr>
            <p:cNvSpPr/>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838200" y="727323"/>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838200" y="2189408"/>
            <a:ext cx="10515600" cy="38217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838200" y="136525"/>
            <a:ext cx="2743200"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fld id="{482F7070-3651-4EED-A0ED-7FB8F4F693D9}" type="datetime1">
              <a:rPr lang="en-US" smtClean="0"/>
              <a:t>10/3/2024</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838200" y="6356350"/>
            <a:ext cx="3450659"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endParaRPr lang="en-US" dirty="0"/>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563467" y="3246434"/>
            <a:ext cx="628533" cy="365125"/>
          </a:xfrm>
          <a:prstGeom prst="rect">
            <a:avLst/>
          </a:prstGeom>
        </p:spPr>
        <p:txBody>
          <a:bodyPr vert="horz" lIns="91440" tIns="45720" rIns="91440" bIns="45720" rtlCol="0" anchor="ctr"/>
          <a:lstStyle>
            <a:lvl1pPr algn="ctr">
              <a:defRPr sz="1100" cap="all" spc="150" baseline="0">
                <a:solidFill>
                  <a:schemeClr val="tx2">
                    <a:lumMod val="60000"/>
                    <a:lumOff val="40000"/>
                  </a:schemeClr>
                </a:solidFill>
              </a:defRPr>
            </a:lvl1pPr>
          </a:lstStyle>
          <a:p>
            <a:fld id="{273BAE12-D270-459D-897B-6833652BB167}" type="slidenum">
              <a:rPr lang="en-US" smtClean="0"/>
              <a:pPr/>
              <a:t>‹#›</a:t>
            </a:fld>
            <a:endParaRPr lang="en-US" dirty="0"/>
          </a:p>
        </p:txBody>
      </p:sp>
    </p:spTree>
    <p:extLst>
      <p:ext uri="{BB962C8B-B14F-4D97-AF65-F5344CB8AC3E}">
        <p14:creationId xmlns:p14="http://schemas.microsoft.com/office/powerpoint/2010/main" val="287351811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100000"/>
        </a:lnSpc>
        <a:spcBef>
          <a:spcPct val="0"/>
        </a:spcBef>
        <a:buNone/>
        <a:defRPr sz="4400" kern="1200">
          <a:solidFill>
            <a:schemeClr val="tx2">
              <a:lumMod val="60000"/>
              <a:lumOff val="40000"/>
            </a:schemeClr>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2">
              <a:lumMod val="60000"/>
              <a:lumOff val="40000"/>
            </a:schemeClr>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2">
              <a:lumMod val="60000"/>
              <a:lumOff val="40000"/>
            </a:schemeClr>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2">
              <a:lumMod val="60000"/>
              <a:lumOff val="40000"/>
            </a:schemeClr>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Прямоугольник"/>
          <p:cNvSpPr/>
          <p:nvPr/>
        </p:nvSpPr>
        <p:spPr>
          <a:xfrm>
            <a:off x="4233" y="4233"/>
            <a:ext cx="758826" cy="6849534"/>
          </a:xfrm>
          <a:prstGeom prst="rect">
            <a:avLst/>
          </a:prstGeom>
          <a:solidFill>
            <a:srgbClr val="E5E5EF"/>
          </a:solidFill>
          <a:ln w="12700">
            <a:miter lim="400000"/>
          </a:ln>
        </p:spPr>
        <p:txBody>
          <a:bodyPr lIns="0" tIns="0" rIns="0" bIns="0" anchor="ctr"/>
          <a:lstStyle/>
          <a:p>
            <a:endParaRPr sz="1500" dirty="0"/>
          </a:p>
        </p:txBody>
      </p:sp>
      <p:grpSp>
        <p:nvGrpSpPr>
          <p:cNvPr id="5" name="Группа"/>
          <p:cNvGrpSpPr/>
          <p:nvPr/>
        </p:nvGrpSpPr>
        <p:grpSpPr>
          <a:xfrm>
            <a:off x="241876" y="234884"/>
            <a:ext cx="334340" cy="334566"/>
            <a:chOff x="0" y="0"/>
            <a:chExt cx="668678" cy="669131"/>
          </a:xfrm>
        </p:grpSpPr>
        <p:sp>
          <p:nvSpPr>
            <p:cNvPr id="3" name="Фигура"/>
            <p:cNvSpPr/>
            <p:nvPr/>
          </p:nvSpPr>
          <p:spPr>
            <a:xfrm>
              <a:off x="0" y="0"/>
              <a:ext cx="668679" cy="669132"/>
            </a:xfrm>
            <a:custGeom>
              <a:avLst/>
              <a:gdLst/>
              <a:ahLst/>
              <a:cxnLst>
                <a:cxn ang="0">
                  <a:pos x="wd2" y="hd2"/>
                </a:cxn>
                <a:cxn ang="5400000">
                  <a:pos x="wd2" y="hd2"/>
                </a:cxn>
                <a:cxn ang="10800000">
                  <a:pos x="wd2" y="hd2"/>
                </a:cxn>
                <a:cxn ang="16200000">
                  <a:pos x="wd2" y="hd2"/>
                </a:cxn>
              </a:cxnLst>
              <a:rect l="0" t="0" r="r" b="b"/>
              <a:pathLst>
                <a:path w="21600" h="21600" extrusionOk="0">
                  <a:moveTo>
                    <a:pt x="10796" y="0"/>
                  </a:moveTo>
                  <a:cubicBezTo>
                    <a:pt x="8031" y="0"/>
                    <a:pt x="5268" y="1054"/>
                    <a:pt x="3158" y="3162"/>
                  </a:cubicBezTo>
                  <a:cubicBezTo>
                    <a:pt x="1254" y="5064"/>
                    <a:pt x="218" y="7500"/>
                    <a:pt x="32" y="9988"/>
                  </a:cubicBezTo>
                  <a:lnTo>
                    <a:pt x="0" y="21600"/>
                  </a:lnTo>
                  <a:lnTo>
                    <a:pt x="5257" y="21600"/>
                  </a:lnTo>
                  <a:lnTo>
                    <a:pt x="5266" y="10481"/>
                  </a:lnTo>
                  <a:cubicBezTo>
                    <a:pt x="5317" y="9156"/>
                    <a:pt x="5840" y="7854"/>
                    <a:pt x="6839" y="6844"/>
                  </a:cubicBezTo>
                  <a:cubicBezTo>
                    <a:pt x="7927" y="5745"/>
                    <a:pt x="9362" y="5202"/>
                    <a:pt x="10796" y="5204"/>
                  </a:cubicBezTo>
                  <a:cubicBezTo>
                    <a:pt x="12228" y="5206"/>
                    <a:pt x="13662" y="5752"/>
                    <a:pt x="14755" y="6844"/>
                  </a:cubicBezTo>
                  <a:cubicBezTo>
                    <a:pt x="16941" y="9027"/>
                    <a:pt x="16941" y="12566"/>
                    <a:pt x="14755" y="14751"/>
                  </a:cubicBezTo>
                  <a:cubicBezTo>
                    <a:pt x="13782" y="15723"/>
                    <a:pt x="12541" y="16264"/>
                    <a:pt x="11269" y="16367"/>
                  </a:cubicBezTo>
                  <a:cubicBezTo>
                    <a:pt x="11267" y="16367"/>
                    <a:pt x="11263" y="16367"/>
                    <a:pt x="11261" y="16367"/>
                  </a:cubicBezTo>
                  <a:cubicBezTo>
                    <a:pt x="10025" y="16366"/>
                    <a:pt x="8791" y="16366"/>
                    <a:pt x="7556" y="16367"/>
                  </a:cubicBezTo>
                  <a:lnTo>
                    <a:pt x="7556" y="21600"/>
                  </a:lnTo>
                  <a:lnTo>
                    <a:pt x="10974" y="21600"/>
                  </a:lnTo>
                  <a:lnTo>
                    <a:pt x="10974" y="21585"/>
                  </a:lnTo>
                  <a:cubicBezTo>
                    <a:pt x="13679" y="21541"/>
                    <a:pt x="16372" y="20495"/>
                    <a:pt x="18436" y="18432"/>
                  </a:cubicBezTo>
                  <a:cubicBezTo>
                    <a:pt x="20546" y="16324"/>
                    <a:pt x="21600" y="13560"/>
                    <a:pt x="21600" y="10797"/>
                  </a:cubicBezTo>
                  <a:cubicBezTo>
                    <a:pt x="21600" y="8034"/>
                    <a:pt x="20546" y="5270"/>
                    <a:pt x="18436" y="3162"/>
                  </a:cubicBezTo>
                  <a:cubicBezTo>
                    <a:pt x="16327" y="1054"/>
                    <a:pt x="13561" y="0"/>
                    <a:pt x="10796" y="0"/>
                  </a:cubicBezTo>
                  <a:close/>
                </a:path>
              </a:pathLst>
            </a:custGeom>
            <a:solidFill>
              <a:schemeClr val="accent3"/>
            </a:solidFill>
            <a:ln w="12700" cap="flat">
              <a:noFill/>
              <a:miter lim="400000"/>
            </a:ln>
            <a:effectLst/>
          </p:spPr>
          <p:txBody>
            <a:bodyPr wrap="square" lIns="0" tIns="0" rIns="0" bIns="0" numCol="1" anchor="ctr">
              <a:noAutofit/>
            </a:bodyPr>
            <a:lstStyle/>
            <a:p>
              <a:endParaRPr sz="1500" dirty="0"/>
            </a:p>
          </p:txBody>
        </p:sp>
        <p:sp>
          <p:nvSpPr>
            <p:cNvPr id="4" name="Фигура"/>
            <p:cNvSpPr/>
            <p:nvPr/>
          </p:nvSpPr>
          <p:spPr>
            <a:xfrm>
              <a:off x="228197" y="230104"/>
              <a:ext cx="208936" cy="208930"/>
            </a:xfrm>
            <a:custGeom>
              <a:avLst/>
              <a:gdLst/>
              <a:ahLst/>
              <a:cxnLst>
                <a:cxn ang="0">
                  <a:pos x="wd2" y="hd2"/>
                </a:cxn>
                <a:cxn ang="5400000">
                  <a:pos x="wd2" y="hd2"/>
                </a:cxn>
                <a:cxn ang="10800000">
                  <a:pos x="wd2" y="hd2"/>
                </a:cxn>
                <a:cxn ang="16200000">
                  <a:pos x="wd2" y="hd2"/>
                </a:cxn>
              </a:cxnLst>
              <a:rect l="0" t="0" r="r" b="b"/>
              <a:pathLst>
                <a:path w="19678" h="20594" extrusionOk="0">
                  <a:moveTo>
                    <a:pt x="9839" y="0"/>
                  </a:moveTo>
                  <a:cubicBezTo>
                    <a:pt x="7321" y="0"/>
                    <a:pt x="4804" y="1005"/>
                    <a:pt x="2882" y="3016"/>
                  </a:cubicBezTo>
                  <a:cubicBezTo>
                    <a:pt x="-961" y="7038"/>
                    <a:pt x="-961" y="13556"/>
                    <a:pt x="2882" y="17578"/>
                  </a:cubicBezTo>
                  <a:cubicBezTo>
                    <a:pt x="6725" y="21600"/>
                    <a:pt x="12953" y="21600"/>
                    <a:pt x="16796" y="17578"/>
                  </a:cubicBezTo>
                  <a:cubicBezTo>
                    <a:pt x="20639" y="13556"/>
                    <a:pt x="20639" y="7038"/>
                    <a:pt x="16796" y="3016"/>
                  </a:cubicBezTo>
                  <a:cubicBezTo>
                    <a:pt x="14874" y="1005"/>
                    <a:pt x="12357" y="0"/>
                    <a:pt x="9839" y="0"/>
                  </a:cubicBezTo>
                  <a:close/>
                </a:path>
              </a:pathLst>
            </a:custGeom>
            <a:solidFill>
              <a:schemeClr val="accent1"/>
            </a:solidFill>
            <a:ln w="12700" cap="flat">
              <a:noFill/>
              <a:miter lim="400000"/>
            </a:ln>
            <a:effectLst/>
          </p:spPr>
          <p:txBody>
            <a:bodyPr wrap="square" lIns="0" tIns="0" rIns="0" bIns="0" numCol="1" anchor="ctr">
              <a:noAutofit/>
            </a:bodyPr>
            <a:lstStyle/>
            <a:p>
              <a:endParaRPr sz="1500" dirty="0"/>
            </a:p>
          </p:txBody>
        </p:sp>
      </p:grpSp>
      <p:sp>
        <p:nvSpPr>
          <p:cNvPr id="6" name="Professional Template"/>
          <p:cNvSpPr txBox="1"/>
          <p:nvPr/>
        </p:nvSpPr>
        <p:spPr>
          <a:xfrm rot="5400000">
            <a:off x="-657136" y="1646271"/>
            <a:ext cx="208473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lvl1pPr algn="l">
              <a:defRPr sz="1800" b="1" cap="all" spc="360">
                <a:solidFill>
                  <a:srgbClr val="FFFFFF"/>
                </a:solidFill>
                <a:latin typeface="OpenSans-Bold"/>
                <a:ea typeface="OpenSans-Bold"/>
                <a:cs typeface="OpenSans-Bold"/>
                <a:sym typeface="OpenSans-Bold"/>
              </a:defRPr>
            </a:lvl1pPr>
          </a:lstStyle>
          <a:p>
            <a:r>
              <a:rPr sz="900" dirty="0"/>
              <a:t>Professional Template</a:t>
            </a:r>
          </a:p>
        </p:txBody>
      </p:sp>
      <p:sp>
        <p:nvSpPr>
          <p:cNvPr id="7" name="Номер слайда"/>
          <p:cNvSpPr txBox="1">
            <a:spLocks noGrp="1"/>
          </p:cNvSpPr>
          <p:nvPr>
            <p:ph type="sldNum" sz="quarter" idx="2"/>
          </p:nvPr>
        </p:nvSpPr>
        <p:spPr>
          <a:xfrm>
            <a:off x="266561" y="6140450"/>
            <a:ext cx="284970" cy="271869"/>
          </a:xfrm>
          <a:prstGeom prst="rect">
            <a:avLst/>
          </a:prstGeom>
          <a:ln w="12700">
            <a:miter lim="400000"/>
          </a:ln>
        </p:spPr>
        <p:txBody>
          <a:bodyPr wrap="square" lIns="50800" tIns="50800" rIns="50800" bIns="50800">
            <a:spAutoFit/>
          </a:bodyPr>
          <a:lstStyle>
            <a:lvl1pPr>
              <a:defRPr sz="1100" b="1">
                <a:solidFill>
                  <a:schemeClr val="accent1"/>
                </a:solidFill>
                <a:latin typeface="OpenSans-Bold"/>
                <a:ea typeface="OpenSans-Bold"/>
                <a:cs typeface="OpenSans-Bold"/>
                <a:sym typeface="OpenSans-Bold"/>
              </a:defRPr>
            </a:lvl1pPr>
          </a:lstStyle>
          <a:p>
            <a:fld id="{86CB4B4D-7CA3-9044-876B-883B54F8677D}" type="slidenum">
              <a:rPr lang="ru-RU" smtClean="0"/>
              <a:pPr/>
              <a:t>‹#›</a:t>
            </a:fld>
            <a:endParaRPr lang="ru-RU"/>
          </a:p>
        </p:txBody>
      </p:sp>
      <p:sp>
        <p:nvSpPr>
          <p:cNvPr id="8" name="Текст заголовка"/>
          <p:cNvSpPr txBox="1">
            <a:spLocks noGrp="1"/>
          </p:cNvSpPr>
          <p:nvPr>
            <p:ph type="title"/>
          </p:nvPr>
        </p:nvSpPr>
        <p:spPr>
          <a:xfrm>
            <a:off x="609600" y="224822"/>
            <a:ext cx="10972800" cy="12426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Текст заголовка</a:t>
            </a:r>
          </a:p>
        </p:txBody>
      </p:sp>
      <p:sp>
        <p:nvSpPr>
          <p:cNvPr id="9" name="Уровень текста 1…"/>
          <p:cNvSpPr txBox="1">
            <a:spLocks noGrp="1"/>
          </p:cNvSpPr>
          <p:nvPr>
            <p:ph type="body" idx="1"/>
          </p:nvPr>
        </p:nvSpPr>
        <p:spPr>
          <a:xfrm>
            <a:off x="609600" y="1467453"/>
            <a:ext cx="10972800" cy="4791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Tree>
  </p:cSld>
  <p:clrMap bg1="lt1" tx1="dk1" bg2="lt2" tx2="dk2" accent1="accent1" accent2="accent2" accent3="accent3" accent4="accent4" accent5="accent5" accent6="accent6" hlink="hlink" folHlink="folHlink"/>
  <p:sldLayoutIdLst>
    <p:sldLayoutId id="2147483651" r:id="rId1"/>
    <p:sldLayoutId id="2147483674" r:id="rId2"/>
  </p:sldLayoutIdLst>
  <p:transition spd="med"/>
  <p:hf hdr="0" ftr="0" dt="0"/>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635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1pPr>
      <a:lvl2pPr marL="1270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2pPr>
      <a:lvl3pPr marL="1905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3pPr>
      <a:lvl4pPr marL="2540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4pPr>
      <a:lvl5pPr marL="3175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5pPr>
      <a:lvl6pPr marL="3810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6pPr>
      <a:lvl7pPr marL="4445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7pPr>
      <a:lvl8pPr marL="5080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8pPr>
      <a:lvl9pPr marL="5715000" marR="0" indent="-635000" algn="l" defTabSz="825500" rtl="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j-lt"/>
          <a:ea typeface="+mj-ea"/>
          <a:cs typeface="+mj-cs"/>
          <a:sym typeface="Helvetica Neue"/>
        </a:defRPr>
      </a:lvl9pPr>
    </p:bodyStyle>
    <p:otherStyle>
      <a:lvl1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1pPr>
      <a:lvl2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2pPr>
      <a:lvl3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3pPr>
      <a:lvl4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4pPr>
      <a:lvl5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5pPr>
      <a:lvl6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6pPr>
      <a:lvl7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7pPr>
      <a:lvl8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8pPr>
      <a:lvl9pPr marL="0" marR="0" indent="0" algn="ctr" defTabSz="825500" latinLnBrk="0">
        <a:lnSpc>
          <a:spcPct val="100000"/>
        </a:lnSpc>
        <a:spcBef>
          <a:spcPts val="0"/>
        </a:spcBef>
        <a:spcAft>
          <a:spcPts val="0"/>
        </a:spcAft>
        <a:buClrTx/>
        <a:buSzTx/>
        <a:buFontTx/>
        <a:buNone/>
        <a:tabLst/>
        <a:defRPr sz="2200" b="1" i="0" u="none" strike="noStrike" cap="none" spc="0" baseline="0">
          <a:solidFill>
            <a:schemeClr val="tx1"/>
          </a:solidFill>
          <a:uFillTx/>
          <a:latin typeface="+mn-lt"/>
          <a:ea typeface="+mn-ea"/>
          <a:cs typeface="+mn-cs"/>
          <a:sym typeface="OpenSans-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4.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researchleap.com/e-wallet-transactional-framework-digital-economy-perspective-islamic-financial-engineering/"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microsoft.com/office/2007/relationships/hdphoto" Target="../media/hdphoto2.wdp"/><Relationship Id="rId4" Type="http://schemas.openxmlformats.org/officeDocument/2006/relationships/image" Target="../media/image9.png"/><Relationship Id="rId9" Type="http://schemas.microsoft.com/office/2007/relationships/hdphoto" Target="../media/hdphoto4.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jpg"/><Relationship Id="rId16"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igital.report/digital-report-weekly-march-6th-2015/" TargetMode="External"/><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E2748806-3AF5-4078-830A-C1F26BF1B2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 name="Picture 4" descr="A logo with a blue background">
            <a:extLst>
              <a:ext uri="{FF2B5EF4-FFF2-40B4-BE49-F238E27FC236}">
                <a16:creationId xmlns:a16="http://schemas.microsoft.com/office/drawing/2014/main" id="{71E34159-4F07-1D46-7C48-BBCEA432915E}"/>
              </a:ext>
            </a:extLst>
          </p:cNvPr>
          <p:cNvPicPr>
            <a:picLocks noChangeAspect="1"/>
          </p:cNvPicPr>
          <p:nvPr/>
        </p:nvPicPr>
        <p:blipFill>
          <a:blip r:embed="rId2">
            <a:alphaModFix/>
            <a:extLst>
              <a:ext uri="{28A0092B-C50C-407E-A947-70E740481C1C}">
                <a14:useLocalDpi xmlns:a14="http://schemas.microsoft.com/office/drawing/2010/main" val="0"/>
              </a:ext>
            </a:extLst>
          </a:blip>
          <a:srcRect t="14327" r="-1" b="29408"/>
          <a:stretch/>
        </p:blipFill>
        <p:spPr>
          <a:xfrm>
            <a:off x="1524" y="10"/>
            <a:ext cx="12188952" cy="6857990"/>
          </a:xfrm>
          <a:prstGeom prst="rect">
            <a:avLst/>
          </a:prstGeom>
        </p:spPr>
      </p:pic>
      <p:sp>
        <p:nvSpPr>
          <p:cNvPr id="89" name="Rectangle 88">
            <a:extLst>
              <a:ext uri="{FF2B5EF4-FFF2-40B4-BE49-F238E27FC236}">
                <a16:creationId xmlns:a16="http://schemas.microsoft.com/office/drawing/2014/main" id="{34FBEBF3-C941-4CB0-8AC2-3B50E1371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E3A15F-E2EB-7875-0EA2-A0542F382F6B}"/>
              </a:ext>
            </a:extLst>
          </p:cNvPr>
          <p:cNvSpPr>
            <a:spLocks noGrp="1"/>
          </p:cNvSpPr>
          <p:nvPr>
            <p:ph type="ctrTitle"/>
          </p:nvPr>
        </p:nvSpPr>
        <p:spPr>
          <a:xfrm>
            <a:off x="157316" y="565846"/>
            <a:ext cx="3923071" cy="3610622"/>
          </a:xfrm>
        </p:spPr>
        <p:txBody>
          <a:bodyPr anchor="b">
            <a:normAutofit/>
          </a:bodyPr>
          <a:lstStyle/>
          <a:p>
            <a:pPr>
              <a:lnSpc>
                <a:spcPct val="90000"/>
              </a:lnSpc>
            </a:pPr>
            <a:br>
              <a:rPr lang="en-CA" sz="2000" dirty="0">
                <a:solidFill>
                  <a:srgbClr val="FFFFFF"/>
                </a:solidFill>
              </a:rPr>
            </a:br>
            <a:r>
              <a:rPr lang="en-CA" sz="2000" dirty="0">
                <a:solidFill>
                  <a:srgbClr val="FFFFFF"/>
                </a:solidFill>
              </a:rPr>
              <a:t>Team Members: </a:t>
            </a:r>
            <a:br>
              <a:rPr lang="en-CA" sz="2000" dirty="0">
                <a:solidFill>
                  <a:srgbClr val="FFFFFF"/>
                </a:solidFill>
              </a:rPr>
            </a:br>
            <a:br>
              <a:rPr lang="en-CA" sz="2000" dirty="0">
                <a:solidFill>
                  <a:srgbClr val="FFFFFF"/>
                </a:solidFill>
              </a:rPr>
            </a:br>
            <a:r>
              <a:rPr lang="en-CA" sz="2000" dirty="0">
                <a:solidFill>
                  <a:srgbClr val="FFFFFF"/>
                </a:solidFill>
              </a:rPr>
              <a:t>FAVOUR UKAEGBU – 8928897</a:t>
            </a:r>
            <a:br>
              <a:rPr lang="en-CA" sz="2000" dirty="0">
                <a:solidFill>
                  <a:srgbClr val="FFFFFF"/>
                </a:solidFill>
              </a:rPr>
            </a:br>
            <a:r>
              <a:rPr lang="en-CA" sz="2000" dirty="0">
                <a:solidFill>
                  <a:srgbClr val="FFFFFF"/>
                </a:solidFill>
              </a:rPr>
              <a:t>SANDRA OKOYE - 8730251</a:t>
            </a:r>
            <a:br>
              <a:rPr lang="en-CA" sz="2000" dirty="0">
                <a:solidFill>
                  <a:srgbClr val="FFFFFF"/>
                </a:solidFill>
              </a:rPr>
            </a:br>
            <a:r>
              <a:rPr lang="en-CA" sz="2000" dirty="0">
                <a:solidFill>
                  <a:srgbClr val="FFFFFF"/>
                </a:solidFill>
              </a:rPr>
              <a:t>HET, MODI - 8911357</a:t>
            </a:r>
            <a:br>
              <a:rPr lang="en-CA" sz="2000" dirty="0">
                <a:solidFill>
                  <a:srgbClr val="FFFFFF"/>
                </a:solidFill>
              </a:rPr>
            </a:br>
            <a:r>
              <a:rPr lang="en-CA" sz="2000" dirty="0">
                <a:solidFill>
                  <a:srgbClr val="FFFFFF"/>
                </a:solidFill>
              </a:rPr>
              <a:t>VRISHIN, PATEL- 8865131</a:t>
            </a:r>
            <a:br>
              <a:rPr lang="en-CA" sz="2000" dirty="0">
                <a:solidFill>
                  <a:srgbClr val="FFFFFF"/>
                </a:solidFill>
              </a:rPr>
            </a:br>
            <a:r>
              <a:rPr lang="en-CA" sz="2000" dirty="0">
                <a:solidFill>
                  <a:srgbClr val="FFFFFF"/>
                </a:solidFill>
              </a:rPr>
              <a:t>ASHISH MANU, MANI – 8930100</a:t>
            </a:r>
            <a:br>
              <a:rPr lang="en-CA" sz="2000" dirty="0">
                <a:solidFill>
                  <a:srgbClr val="FFFFFF"/>
                </a:solidFill>
              </a:rPr>
            </a:br>
            <a:r>
              <a:rPr lang="en-CA" sz="2000" dirty="0">
                <a:solidFill>
                  <a:srgbClr val="FFFFFF"/>
                </a:solidFill>
              </a:rPr>
              <a:t>ASHIYANA MUSTAK, PATEL – 8638163</a:t>
            </a:r>
            <a:br>
              <a:rPr lang="en-CA" sz="2000" dirty="0">
                <a:solidFill>
                  <a:srgbClr val="FFFFFF"/>
                </a:solidFill>
              </a:rPr>
            </a:br>
            <a:endParaRPr lang="en-CA" sz="2000" dirty="0">
              <a:solidFill>
                <a:srgbClr val="FFFFFF"/>
              </a:solidFill>
            </a:endParaRPr>
          </a:p>
        </p:txBody>
      </p:sp>
      <p:sp>
        <p:nvSpPr>
          <p:cNvPr id="3" name="Subtitle 2">
            <a:extLst>
              <a:ext uri="{FF2B5EF4-FFF2-40B4-BE49-F238E27FC236}">
                <a16:creationId xmlns:a16="http://schemas.microsoft.com/office/drawing/2014/main" id="{471F4D2A-6C23-BD26-3F74-4D71764A20A6}"/>
              </a:ext>
            </a:extLst>
          </p:cNvPr>
          <p:cNvSpPr>
            <a:spLocks noGrp="1"/>
          </p:cNvSpPr>
          <p:nvPr>
            <p:ph type="subTitle" idx="1"/>
          </p:nvPr>
        </p:nvSpPr>
        <p:spPr>
          <a:xfrm>
            <a:off x="140108" y="4456143"/>
            <a:ext cx="4618705" cy="1327421"/>
          </a:xfrm>
        </p:spPr>
        <p:txBody>
          <a:bodyPr anchor="t">
            <a:normAutofit/>
          </a:bodyPr>
          <a:lstStyle/>
          <a:p>
            <a:pPr>
              <a:lnSpc>
                <a:spcPct val="100000"/>
              </a:lnSpc>
            </a:pPr>
            <a:r>
              <a:rPr lang="en-CA" sz="1800" dirty="0">
                <a:solidFill>
                  <a:srgbClr val="FFFFFF"/>
                </a:solidFill>
              </a:rPr>
              <a:t>Group 4: Evo-Konnect Communication</a:t>
            </a:r>
          </a:p>
          <a:p>
            <a:pPr>
              <a:lnSpc>
                <a:spcPct val="100000"/>
              </a:lnSpc>
            </a:pPr>
            <a:r>
              <a:rPr lang="en-CA" sz="1800" dirty="0">
                <a:solidFill>
                  <a:srgbClr val="FFFFFF"/>
                </a:solidFill>
              </a:rPr>
              <a:t>Professor: Elsie Umukoro</a:t>
            </a:r>
          </a:p>
          <a:p>
            <a:pPr>
              <a:lnSpc>
                <a:spcPct val="100000"/>
              </a:lnSpc>
            </a:pPr>
            <a:r>
              <a:rPr lang="en-CA" sz="1800" dirty="0">
                <a:solidFill>
                  <a:srgbClr val="FFFFFF"/>
                </a:solidFill>
              </a:rPr>
              <a:t>Date: 04/10/2024</a:t>
            </a:r>
          </a:p>
        </p:txBody>
      </p:sp>
      <p:sp>
        <p:nvSpPr>
          <p:cNvPr id="4" name="Slide Number Placeholder 3">
            <a:extLst>
              <a:ext uri="{FF2B5EF4-FFF2-40B4-BE49-F238E27FC236}">
                <a16:creationId xmlns:a16="http://schemas.microsoft.com/office/drawing/2014/main" id="{E444DE1F-1D71-E878-5247-2821B5D72588}"/>
              </a:ext>
            </a:extLst>
          </p:cNvPr>
          <p:cNvSpPr>
            <a:spLocks noGrp="1"/>
          </p:cNvSpPr>
          <p:nvPr>
            <p:ph type="sldNum" sz="quarter" idx="12"/>
          </p:nvPr>
        </p:nvSpPr>
        <p:spPr/>
        <p:txBody>
          <a:bodyPr/>
          <a:lstStyle/>
          <a:p>
            <a:fld id="{273BAE12-D270-459D-897B-6833652BB167}" type="slidenum">
              <a:rPr lang="en-US" smtClean="0"/>
              <a:t>1</a:t>
            </a:fld>
            <a:endParaRPr lang="en-US" dirty="0"/>
          </a:p>
        </p:txBody>
      </p:sp>
    </p:spTree>
    <p:extLst>
      <p:ext uri="{BB962C8B-B14F-4D97-AF65-F5344CB8AC3E}">
        <p14:creationId xmlns:p14="http://schemas.microsoft.com/office/powerpoint/2010/main" val="84379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F737-5085-CD54-C622-D41AA2EA4239}"/>
              </a:ext>
            </a:extLst>
          </p:cNvPr>
          <p:cNvSpPr>
            <a:spLocks noGrp="1"/>
          </p:cNvSpPr>
          <p:nvPr>
            <p:ph type="title"/>
          </p:nvPr>
        </p:nvSpPr>
        <p:spPr>
          <a:xfrm>
            <a:off x="838200" y="727324"/>
            <a:ext cx="10515600" cy="678690"/>
          </a:xfrm>
        </p:spPr>
        <p:txBody>
          <a:bodyPr>
            <a:normAutofit fontScale="90000"/>
          </a:bodyPr>
          <a:lstStyle/>
          <a:p>
            <a:r>
              <a:rPr lang="en-CA" dirty="0"/>
              <a:t>Table of Content</a:t>
            </a:r>
          </a:p>
        </p:txBody>
      </p:sp>
      <p:sp>
        <p:nvSpPr>
          <p:cNvPr id="3" name="Content Placeholder 2">
            <a:extLst>
              <a:ext uri="{FF2B5EF4-FFF2-40B4-BE49-F238E27FC236}">
                <a16:creationId xmlns:a16="http://schemas.microsoft.com/office/drawing/2014/main" id="{070888F4-A25B-CD89-BA27-19F2C2A4F37C}"/>
              </a:ext>
            </a:extLst>
          </p:cNvPr>
          <p:cNvSpPr>
            <a:spLocks noGrp="1"/>
          </p:cNvSpPr>
          <p:nvPr>
            <p:ph idx="1"/>
          </p:nvPr>
        </p:nvSpPr>
        <p:spPr>
          <a:xfrm>
            <a:off x="838200" y="1769805"/>
            <a:ext cx="10515600" cy="4434349"/>
          </a:xfrm>
        </p:spPr>
        <p:txBody>
          <a:bodyPr>
            <a:normAutofit fontScale="92500" lnSpcReduction="10000"/>
          </a:bodyPr>
          <a:lstStyle/>
          <a:p>
            <a:pPr marL="342900" indent="-342900">
              <a:buFont typeface="+mj-lt"/>
              <a:buAutoNum type="arabicPeriod"/>
            </a:pPr>
            <a:r>
              <a:rPr lang="en-CA" sz="1600" dirty="0">
                <a:hlinkClick r:id="rId2" action="ppaction://hlinksldjump"/>
              </a:rPr>
              <a:t>Introduction to Evo-Konnect Mobile Wallet Integration</a:t>
            </a:r>
            <a:endParaRPr lang="en-CA" sz="1600" dirty="0"/>
          </a:p>
          <a:p>
            <a:pPr marL="342900" indent="-342900">
              <a:buFont typeface="+mj-lt"/>
              <a:buAutoNum type="arabicPeriod"/>
            </a:pPr>
            <a:r>
              <a:rPr lang="en-CA" sz="1600" dirty="0">
                <a:hlinkClick r:id="rId3" action="ppaction://hlinksldjump"/>
              </a:rPr>
              <a:t>Executive Summary</a:t>
            </a:r>
            <a:endParaRPr lang="en-CA" sz="1600" dirty="0"/>
          </a:p>
          <a:p>
            <a:pPr marL="342900" indent="-342900">
              <a:buFont typeface="+mj-lt"/>
              <a:buAutoNum type="arabicPeriod"/>
            </a:pPr>
            <a:r>
              <a:rPr lang="en-CA" sz="1600" dirty="0">
                <a:hlinkClick r:id="rId4" action="ppaction://hlinksldjump"/>
              </a:rPr>
              <a:t>Problem Statement </a:t>
            </a:r>
            <a:endParaRPr lang="en-CA" sz="1600" dirty="0"/>
          </a:p>
          <a:p>
            <a:pPr marL="342900" indent="-342900">
              <a:buFont typeface="+mj-lt"/>
              <a:buAutoNum type="arabicPeriod"/>
            </a:pPr>
            <a:r>
              <a:rPr lang="en-CA" sz="1600" dirty="0">
                <a:hlinkClick r:id="rId5" action="ppaction://hlinksldjump"/>
              </a:rPr>
              <a:t>Project Charter</a:t>
            </a:r>
            <a:endParaRPr lang="en-CA" sz="1600" dirty="0"/>
          </a:p>
          <a:p>
            <a:pPr marL="342900" indent="-342900">
              <a:buFont typeface="+mj-lt"/>
              <a:buAutoNum type="arabicPeriod"/>
            </a:pPr>
            <a:r>
              <a:rPr lang="en-CA" sz="1600" dirty="0">
                <a:hlinkClick r:id="rId6" action="ppaction://hlinksldjump"/>
              </a:rPr>
              <a:t>SWOT Analysis</a:t>
            </a:r>
            <a:endParaRPr lang="en-CA" sz="1600" dirty="0"/>
          </a:p>
          <a:p>
            <a:pPr marL="342900" indent="-342900">
              <a:buFont typeface="+mj-lt"/>
              <a:buAutoNum type="arabicPeriod"/>
            </a:pPr>
            <a:r>
              <a:rPr lang="en-CA" sz="1600" dirty="0">
                <a:hlinkClick r:id="rId7" action="ppaction://hlinksldjump"/>
              </a:rPr>
              <a:t>Balance Scorecard</a:t>
            </a:r>
            <a:endParaRPr lang="en-CA" sz="1600" dirty="0"/>
          </a:p>
          <a:p>
            <a:pPr marL="342900" indent="-342900">
              <a:buFont typeface="+mj-lt"/>
              <a:buAutoNum type="arabicPeriod"/>
            </a:pPr>
            <a:r>
              <a:rPr lang="en-CA" sz="1600" dirty="0">
                <a:hlinkClick r:id="rId8" action="ppaction://hlinksldjump"/>
              </a:rPr>
              <a:t>PESTLE Analysis</a:t>
            </a:r>
            <a:endParaRPr lang="en-CA" sz="1600" dirty="0"/>
          </a:p>
          <a:p>
            <a:pPr marL="342900" indent="-342900">
              <a:buFont typeface="+mj-lt"/>
              <a:buAutoNum type="arabicPeriod"/>
            </a:pPr>
            <a:r>
              <a:rPr lang="en-CA" sz="1600" dirty="0">
                <a:hlinkClick r:id="rId9" action="ppaction://hlinksldjump"/>
              </a:rPr>
              <a:t>RACI Matrix</a:t>
            </a:r>
            <a:endParaRPr lang="en-CA" sz="1600" dirty="0"/>
          </a:p>
          <a:p>
            <a:pPr marL="342900" indent="-342900">
              <a:buFont typeface="+mj-lt"/>
              <a:buAutoNum type="arabicPeriod"/>
            </a:pPr>
            <a:r>
              <a:rPr lang="en-CA" sz="1600" dirty="0">
                <a:hlinkClick r:id="rId10" action="ppaction://hlinksldjump"/>
              </a:rPr>
              <a:t>Gap Analysis Table</a:t>
            </a:r>
            <a:endParaRPr lang="en-CA" sz="1600" dirty="0"/>
          </a:p>
          <a:p>
            <a:pPr marL="342900" indent="-342900">
              <a:buFont typeface="+mj-lt"/>
              <a:buAutoNum type="arabicPeriod"/>
            </a:pPr>
            <a:r>
              <a:rPr lang="en-CA" sz="1600" dirty="0">
                <a:hlinkClick r:id="rId11" action="ppaction://hlinksldjump"/>
              </a:rPr>
              <a:t>Benefits of the Proposed Product (Why ?)</a:t>
            </a:r>
            <a:endParaRPr lang="en-CA" sz="1600" dirty="0"/>
          </a:p>
          <a:p>
            <a:pPr marL="342900" indent="-342900">
              <a:buFont typeface="+mj-lt"/>
              <a:buAutoNum type="arabicPeriod"/>
            </a:pPr>
            <a:r>
              <a:rPr lang="en-CA" sz="1600" dirty="0">
                <a:hlinkClick r:id="rId12" action="ppaction://hlinksldjump"/>
              </a:rPr>
              <a:t>Evo-Konnect Mobile Wallet Integration Potential Opportunities</a:t>
            </a:r>
            <a:endParaRPr lang="en-CA" sz="1600" dirty="0"/>
          </a:p>
          <a:p>
            <a:pPr marL="342900" indent="-342900">
              <a:buFont typeface="+mj-lt"/>
              <a:buAutoNum type="arabicPeriod"/>
            </a:pPr>
            <a:r>
              <a:rPr lang="en-CA" sz="1600" dirty="0">
                <a:hlinkClick r:id="rId13" action="ppaction://hlinksldjump"/>
              </a:rPr>
              <a:t>Conclusion</a:t>
            </a:r>
            <a:endParaRPr lang="en-CA" sz="1600" dirty="0"/>
          </a:p>
          <a:p>
            <a:pPr marL="0" indent="0">
              <a:buNone/>
            </a:pPr>
            <a:endParaRPr lang="en-CA" sz="1000" dirty="0"/>
          </a:p>
        </p:txBody>
      </p:sp>
      <p:sp>
        <p:nvSpPr>
          <p:cNvPr id="4" name="Slide Number Placeholder 3">
            <a:extLst>
              <a:ext uri="{FF2B5EF4-FFF2-40B4-BE49-F238E27FC236}">
                <a16:creationId xmlns:a16="http://schemas.microsoft.com/office/drawing/2014/main" id="{700457B2-379B-C03D-3634-637D3A81AA07}"/>
              </a:ext>
            </a:extLst>
          </p:cNvPr>
          <p:cNvSpPr>
            <a:spLocks noGrp="1"/>
          </p:cNvSpPr>
          <p:nvPr>
            <p:ph type="sldNum" sz="quarter" idx="12"/>
          </p:nvPr>
        </p:nvSpPr>
        <p:spPr/>
        <p:txBody>
          <a:bodyPr/>
          <a:lstStyle/>
          <a:p>
            <a:fld id="{273BAE12-D270-459D-897B-6833652BB167}" type="slidenum">
              <a:rPr lang="en-US" smtClean="0"/>
              <a:t>2</a:t>
            </a:fld>
            <a:endParaRPr lang="en-US" dirty="0"/>
          </a:p>
        </p:txBody>
      </p:sp>
    </p:spTree>
    <p:extLst>
      <p:ext uri="{BB962C8B-B14F-4D97-AF65-F5344CB8AC3E}">
        <p14:creationId xmlns:p14="http://schemas.microsoft.com/office/powerpoint/2010/main" val="36790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3C2E-8353-698C-9DD0-14CAB7988066}"/>
              </a:ext>
            </a:extLst>
          </p:cNvPr>
          <p:cNvSpPr>
            <a:spLocks noGrp="1"/>
          </p:cNvSpPr>
          <p:nvPr>
            <p:ph type="title"/>
          </p:nvPr>
        </p:nvSpPr>
        <p:spPr/>
        <p:txBody>
          <a:bodyPr>
            <a:normAutofit fontScale="90000"/>
          </a:bodyPr>
          <a:lstStyle/>
          <a:p>
            <a:pPr algn="ctr"/>
            <a:r>
              <a:rPr lang="en-CA" dirty="0"/>
              <a:t>Introduction </a:t>
            </a:r>
            <a:r>
              <a:rPr lang="en-US" dirty="0"/>
              <a:t>to Evo-Konnect Mobile Wallet Integration</a:t>
            </a:r>
            <a:endParaRPr lang="en-CA" dirty="0"/>
          </a:p>
        </p:txBody>
      </p:sp>
      <p:sp>
        <p:nvSpPr>
          <p:cNvPr id="3" name="Content Placeholder 2">
            <a:extLst>
              <a:ext uri="{FF2B5EF4-FFF2-40B4-BE49-F238E27FC236}">
                <a16:creationId xmlns:a16="http://schemas.microsoft.com/office/drawing/2014/main" id="{0B6C6DC4-488F-0CE0-2688-638F30534663}"/>
              </a:ext>
            </a:extLst>
          </p:cNvPr>
          <p:cNvSpPr>
            <a:spLocks noGrp="1"/>
          </p:cNvSpPr>
          <p:nvPr>
            <p:ph idx="1"/>
          </p:nvPr>
        </p:nvSpPr>
        <p:spPr/>
        <p:txBody>
          <a:bodyPr/>
          <a:lstStyle/>
          <a:p>
            <a:pPr marL="0" indent="0">
              <a:buNone/>
            </a:pPr>
            <a:r>
              <a:rPr lang="en-US" dirty="0"/>
              <a:t>Evo-Konnect is incorporating a mobile wallet into its current telecom platform to increase the range of digital services it offers. The goal of this project is to improve user experience, boost interaction, and provide easy, safe payment methods inside the application. Evo-Konnect is putting itself at the forefront of innovation in the telecom sector in response to the increasing need for digital payment solutions. The mobile wallet will allow in-app purchases, peer-to-peer transfers, and a reward program, improving customer convenience and loyalty.</a:t>
            </a:r>
            <a:endParaRPr lang="en-CA" dirty="0"/>
          </a:p>
        </p:txBody>
      </p:sp>
      <p:sp>
        <p:nvSpPr>
          <p:cNvPr id="4" name="Slide Number Placeholder 3">
            <a:extLst>
              <a:ext uri="{FF2B5EF4-FFF2-40B4-BE49-F238E27FC236}">
                <a16:creationId xmlns:a16="http://schemas.microsoft.com/office/drawing/2014/main" id="{37356762-2349-750C-3EC1-4340740F12A2}"/>
              </a:ext>
            </a:extLst>
          </p:cNvPr>
          <p:cNvSpPr>
            <a:spLocks noGrp="1"/>
          </p:cNvSpPr>
          <p:nvPr>
            <p:ph type="sldNum" sz="quarter" idx="12"/>
          </p:nvPr>
        </p:nvSpPr>
        <p:spPr/>
        <p:txBody>
          <a:bodyPr/>
          <a:lstStyle/>
          <a:p>
            <a:fld id="{273BAE12-D270-459D-897B-6833652BB167}" type="slidenum">
              <a:rPr lang="en-US" smtClean="0"/>
              <a:t>3</a:t>
            </a:fld>
            <a:endParaRPr lang="en-US" dirty="0"/>
          </a:p>
        </p:txBody>
      </p:sp>
    </p:spTree>
    <p:extLst>
      <p:ext uri="{BB962C8B-B14F-4D97-AF65-F5344CB8AC3E}">
        <p14:creationId xmlns:p14="http://schemas.microsoft.com/office/powerpoint/2010/main" val="259832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E6FDE22-1F54-452D-A9BA-1BE9FDB53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12192001"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E24727BA-2777-4823-88E1-1B4B61968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AB0E0E5-A956-4B80-A317-E670B96C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7346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erson holding a phone and a credit card&#10;&#10;Description automatically generated">
            <a:extLst>
              <a:ext uri="{FF2B5EF4-FFF2-40B4-BE49-F238E27FC236}">
                <a16:creationId xmlns:a16="http://schemas.microsoft.com/office/drawing/2014/main" id="{938CEF00-B331-90E0-7244-5F0FA7B41390}"/>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1525"/>
          <a:stretch/>
        </p:blipFill>
        <p:spPr>
          <a:xfrm>
            <a:off x="20" y="-9833"/>
            <a:ext cx="12191980" cy="6873463"/>
          </a:xfrm>
          <a:prstGeom prst="rect">
            <a:avLst/>
          </a:prstGeom>
          <a:ln w="12700">
            <a:noFill/>
          </a:ln>
        </p:spPr>
      </p:pic>
      <p:grpSp>
        <p:nvGrpSpPr>
          <p:cNvPr id="39" name="Group 38">
            <a:extLst>
              <a:ext uri="{FF2B5EF4-FFF2-40B4-BE49-F238E27FC236}">
                <a16:creationId xmlns:a16="http://schemas.microsoft.com/office/drawing/2014/main" id="{68142369-1172-4897-98AF-7E16842C4A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12192000" cy="6857996"/>
            <a:chOff x="572" y="-1"/>
            <a:chExt cx="12192000" cy="6857996"/>
          </a:xfrm>
        </p:grpSpPr>
        <p:cxnSp>
          <p:nvCxnSpPr>
            <p:cNvPr id="19" name="Straight Connector 18">
              <a:extLst>
                <a:ext uri="{FF2B5EF4-FFF2-40B4-BE49-F238E27FC236}">
                  <a16:creationId xmlns:a16="http://schemas.microsoft.com/office/drawing/2014/main" id="{6B4EC643-469D-49F7-B2C7-FA3DA6FFAC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3C04565-7FC8-416F-9C08-F430D337F8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2BD8DCF-6634-460D-AA2E-1357451FBA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EAC9175-245B-4886-A4F2-EEA53C13F5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Graphic 33">
              <a:extLst>
                <a:ext uri="{FF2B5EF4-FFF2-40B4-BE49-F238E27FC236}">
                  <a16:creationId xmlns:a16="http://schemas.microsoft.com/office/drawing/2014/main" id="{BC567658-11B8-4D35-89AE-B73534669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 name="Graphic 33">
              <a:extLst>
                <a:ext uri="{FF2B5EF4-FFF2-40B4-BE49-F238E27FC236}">
                  <a16:creationId xmlns:a16="http://schemas.microsoft.com/office/drawing/2014/main" id="{B2AAA79A-1602-4193-8170-9C436D9CE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0664F919-CA26-B688-0497-9E0F72CEB33B}"/>
              </a:ext>
            </a:extLst>
          </p:cNvPr>
          <p:cNvSpPr>
            <a:spLocks noGrp="1"/>
          </p:cNvSpPr>
          <p:nvPr>
            <p:ph type="title"/>
          </p:nvPr>
        </p:nvSpPr>
        <p:spPr>
          <a:xfrm>
            <a:off x="841248" y="876303"/>
            <a:ext cx="8817102" cy="2978517"/>
          </a:xfrm>
        </p:spPr>
        <p:txBody>
          <a:bodyPr anchor="b">
            <a:normAutofit/>
          </a:bodyPr>
          <a:lstStyle/>
          <a:p>
            <a:r>
              <a:rPr lang="en-CA" dirty="0"/>
              <a:t>Executive Summary</a:t>
            </a:r>
          </a:p>
        </p:txBody>
      </p:sp>
      <p:sp>
        <p:nvSpPr>
          <p:cNvPr id="3" name="Content Placeholder 2">
            <a:extLst>
              <a:ext uri="{FF2B5EF4-FFF2-40B4-BE49-F238E27FC236}">
                <a16:creationId xmlns:a16="http://schemas.microsoft.com/office/drawing/2014/main" id="{64AC8A14-B274-1017-3E67-911FB081EA71}"/>
              </a:ext>
            </a:extLst>
          </p:cNvPr>
          <p:cNvSpPr>
            <a:spLocks noGrp="1"/>
          </p:cNvSpPr>
          <p:nvPr>
            <p:ph idx="1"/>
          </p:nvPr>
        </p:nvSpPr>
        <p:spPr>
          <a:xfrm>
            <a:off x="841248" y="4105835"/>
            <a:ext cx="8817102" cy="1918725"/>
          </a:xfrm>
        </p:spPr>
        <p:txBody>
          <a:bodyPr>
            <a:normAutofit fontScale="92500"/>
          </a:bodyPr>
          <a:lstStyle/>
          <a:p>
            <a:pPr marL="0" indent="0">
              <a:buNone/>
            </a:pPr>
            <a:r>
              <a:rPr lang="en-US" sz="2400" dirty="0"/>
              <a:t>Evo-Konnect seeks to integrate a mobile wallet into its existing services to enhance customer engagement, retention, and revenue generation. The mobile wallet will allow seamless, secure transactions, providing a superior user experience. This aligns with Evo-Konnect's strategic goal to lead in digital services.</a:t>
            </a:r>
            <a:endParaRPr lang="en-CA" sz="2400" dirty="0"/>
          </a:p>
        </p:txBody>
      </p:sp>
      <p:sp>
        <p:nvSpPr>
          <p:cNvPr id="7" name="TextBox 6">
            <a:extLst>
              <a:ext uri="{FF2B5EF4-FFF2-40B4-BE49-F238E27FC236}">
                <a16:creationId xmlns:a16="http://schemas.microsoft.com/office/drawing/2014/main" id="{A985936D-8245-39DE-CF49-713BCF375AD5}"/>
              </a:ext>
            </a:extLst>
          </p:cNvPr>
          <p:cNvSpPr txBox="1"/>
          <p:nvPr/>
        </p:nvSpPr>
        <p:spPr>
          <a:xfrm>
            <a:off x="9727864" y="6673407"/>
            <a:ext cx="2464136" cy="200055"/>
          </a:xfrm>
          <a:prstGeom prst="rect">
            <a:avLst/>
          </a:prstGeom>
          <a:solidFill>
            <a:srgbClr val="000000"/>
          </a:solidFill>
        </p:spPr>
        <p:txBody>
          <a:bodyPr wrap="none" rtlCol="0">
            <a:spAutoFit/>
          </a:bodyPr>
          <a:lstStyle/>
          <a:p>
            <a:pPr algn="r">
              <a:spcAft>
                <a:spcPts val="600"/>
              </a:spcAft>
            </a:pPr>
            <a:r>
              <a:rPr lang="en-CA" sz="700" dirty="0">
                <a:solidFill>
                  <a:srgbClr val="FFFFFF"/>
                </a:solidFill>
                <a:hlinkClick r:id="rId3" tooltip="https://researchleap.com/e-wallet-transactional-framework-digital-economy-perspective-islamic-financial-engineering/">
                  <a:extLst>
                    <a:ext uri="{A12FA001-AC4F-418D-AE19-62706E023703}">
                      <ahyp:hlinkClr xmlns:ahyp="http://schemas.microsoft.com/office/drawing/2018/hyperlinkcolor" val="tx"/>
                    </a:ext>
                  </a:extLst>
                </a:hlinkClick>
              </a:rPr>
              <a:t>This Photo</a:t>
            </a:r>
            <a:r>
              <a:rPr lang="en-CA" sz="700" dirty="0">
                <a:solidFill>
                  <a:srgbClr val="FFFFFF"/>
                </a:solidFill>
              </a:rPr>
              <a:t> by Unknown Author is licensed under </a:t>
            </a:r>
            <a:r>
              <a:rPr lang="en-CA" sz="700" dirty="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CA" sz="700" dirty="0">
              <a:solidFill>
                <a:srgbClr val="FFFFFF"/>
              </a:solidFill>
            </a:endParaRPr>
          </a:p>
        </p:txBody>
      </p:sp>
      <p:sp>
        <p:nvSpPr>
          <p:cNvPr id="4" name="Slide Number Placeholder 3">
            <a:extLst>
              <a:ext uri="{FF2B5EF4-FFF2-40B4-BE49-F238E27FC236}">
                <a16:creationId xmlns:a16="http://schemas.microsoft.com/office/drawing/2014/main" id="{DE5CCC8D-2D0F-2172-BDB7-6BB5DB87ED13}"/>
              </a:ext>
            </a:extLst>
          </p:cNvPr>
          <p:cNvSpPr>
            <a:spLocks noGrp="1"/>
          </p:cNvSpPr>
          <p:nvPr>
            <p:ph type="sldNum" sz="quarter" idx="12"/>
          </p:nvPr>
        </p:nvSpPr>
        <p:spPr/>
        <p:txBody>
          <a:bodyPr/>
          <a:lstStyle/>
          <a:p>
            <a:fld id="{273BAE12-D270-459D-897B-6833652BB167}" type="slidenum">
              <a:rPr lang="en-US" smtClean="0"/>
              <a:t>4</a:t>
            </a:fld>
            <a:endParaRPr lang="en-US" dirty="0"/>
          </a:p>
        </p:txBody>
      </p:sp>
    </p:spTree>
    <p:extLst>
      <p:ext uri="{BB962C8B-B14F-4D97-AF65-F5344CB8AC3E}">
        <p14:creationId xmlns:p14="http://schemas.microsoft.com/office/powerpoint/2010/main" val="119753504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6EDBC9C2-2A39-44A2-9D95-D1DE9E2B12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17" name="Straight Connector 16">
              <a:extLst>
                <a:ext uri="{FF2B5EF4-FFF2-40B4-BE49-F238E27FC236}">
                  <a16:creationId xmlns:a16="http://schemas.microsoft.com/office/drawing/2014/main" id="{793379BC-3088-4AE8-8EF7-59370D7EB9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1DE74C-25AE-4959-99D5-0A77F1DFC8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D9235EF-4E81-496D-ADA8-13EED901E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7241A77-6415-454C-B86E-F42A280267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8D661A7-1C82-29C3-FB89-24A0087DDDA8}"/>
              </a:ext>
            </a:extLst>
          </p:cNvPr>
          <p:cNvSpPr>
            <a:spLocks noGrp="1"/>
          </p:cNvSpPr>
          <p:nvPr>
            <p:ph type="title"/>
          </p:nvPr>
        </p:nvSpPr>
        <p:spPr>
          <a:xfrm>
            <a:off x="838200" y="727323"/>
            <a:ext cx="4933950" cy="1596291"/>
          </a:xfrm>
        </p:spPr>
        <p:txBody>
          <a:bodyPr>
            <a:normAutofit/>
          </a:bodyPr>
          <a:lstStyle/>
          <a:p>
            <a:r>
              <a:rPr lang="en-CA" dirty="0"/>
              <a:t>Problem Statement </a:t>
            </a:r>
          </a:p>
        </p:txBody>
      </p:sp>
      <p:sp>
        <p:nvSpPr>
          <p:cNvPr id="3" name="Content Placeholder 2">
            <a:extLst>
              <a:ext uri="{FF2B5EF4-FFF2-40B4-BE49-F238E27FC236}">
                <a16:creationId xmlns:a16="http://schemas.microsoft.com/office/drawing/2014/main" id="{0BB3C593-6833-DC24-12C9-1A4817F0DE41}"/>
              </a:ext>
            </a:extLst>
          </p:cNvPr>
          <p:cNvSpPr>
            <a:spLocks noGrp="1"/>
          </p:cNvSpPr>
          <p:nvPr>
            <p:ph idx="1"/>
          </p:nvPr>
        </p:nvSpPr>
        <p:spPr>
          <a:xfrm>
            <a:off x="838200" y="2434196"/>
            <a:ext cx="4933950" cy="3430575"/>
          </a:xfrm>
        </p:spPr>
        <p:txBody>
          <a:bodyPr>
            <a:normAutofit/>
          </a:bodyPr>
          <a:lstStyle/>
          <a:p>
            <a:pPr marL="0" indent="0">
              <a:lnSpc>
                <a:spcPct val="100000"/>
              </a:lnSpc>
              <a:buNone/>
            </a:pPr>
            <a:r>
              <a:rPr lang="en-US" sz="1500" dirty="0"/>
              <a:t>One of the biggest challenges Evo-Konnect faces is the need for an integrated mobile wallet for its services. Customers now want more safe and seamless payment options as standard features of their mobile experiences in today's digital world. In the absence of this feature, Evo-Konnect faces the danger of losing out on possible revenue streams from mobile transactions and reducing customer engagement.</a:t>
            </a:r>
          </a:p>
          <a:p>
            <a:pPr marL="0" indent="0">
              <a:lnSpc>
                <a:spcPct val="100000"/>
              </a:lnSpc>
              <a:buNone/>
            </a:pPr>
            <a:r>
              <a:rPr lang="en-US" sz="1500" dirty="0"/>
              <a:t>Key Issues: </a:t>
            </a:r>
          </a:p>
          <a:p>
            <a:pPr>
              <a:lnSpc>
                <a:spcPct val="100000"/>
              </a:lnSpc>
            </a:pPr>
            <a:r>
              <a:rPr lang="en-CA" sz="1500" dirty="0"/>
              <a:t>Customer Retention</a:t>
            </a:r>
          </a:p>
          <a:p>
            <a:pPr>
              <a:lnSpc>
                <a:spcPct val="100000"/>
              </a:lnSpc>
            </a:pPr>
            <a:r>
              <a:rPr lang="en-CA" sz="1500" dirty="0"/>
              <a:t>Competitive Disadvantage</a:t>
            </a:r>
          </a:p>
          <a:p>
            <a:pPr>
              <a:lnSpc>
                <a:spcPct val="100000"/>
              </a:lnSpc>
            </a:pPr>
            <a:r>
              <a:rPr lang="en-CA" sz="1500" dirty="0"/>
              <a:t>Missed Revenue Opportunities</a:t>
            </a:r>
          </a:p>
        </p:txBody>
      </p:sp>
      <p:cxnSp>
        <p:nvCxnSpPr>
          <p:cNvPr id="15" name="Straight Connector 14">
            <a:extLst>
              <a:ext uri="{FF2B5EF4-FFF2-40B4-BE49-F238E27FC236}">
                <a16:creationId xmlns:a16="http://schemas.microsoft.com/office/drawing/2014/main" id="{E32B0B7D-C67A-4103-B2F0-ACE40BD56D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091410" y="574154"/>
            <a:ext cx="4590" cy="5693884"/>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descr="A hand holding a phone with a warning sign&#10;&#10;Description automatically generated">
            <a:extLst>
              <a:ext uri="{FF2B5EF4-FFF2-40B4-BE49-F238E27FC236}">
                <a16:creationId xmlns:a16="http://schemas.microsoft.com/office/drawing/2014/main" id="{3D742A3D-90BB-3917-9D37-275EFC0DE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5260" y="1016317"/>
            <a:ext cx="4824168" cy="4824168"/>
          </a:xfrm>
          <a:prstGeom prst="rect">
            <a:avLst/>
          </a:prstGeom>
        </p:spPr>
      </p:pic>
      <p:sp>
        <p:nvSpPr>
          <p:cNvPr id="4" name="Slide Number Placeholder 3">
            <a:extLst>
              <a:ext uri="{FF2B5EF4-FFF2-40B4-BE49-F238E27FC236}">
                <a16:creationId xmlns:a16="http://schemas.microsoft.com/office/drawing/2014/main" id="{745C9CCB-1C17-985B-7EE8-40E7EE162D3D}"/>
              </a:ext>
            </a:extLst>
          </p:cNvPr>
          <p:cNvSpPr>
            <a:spLocks noGrp="1"/>
          </p:cNvSpPr>
          <p:nvPr>
            <p:ph type="sldNum" sz="quarter" idx="12"/>
          </p:nvPr>
        </p:nvSpPr>
        <p:spPr/>
        <p:txBody>
          <a:bodyPr/>
          <a:lstStyle/>
          <a:p>
            <a:fld id="{273BAE12-D270-459D-897B-6833652BB167}" type="slidenum">
              <a:rPr lang="en-US" smtClean="0"/>
              <a:t>5</a:t>
            </a:fld>
            <a:endParaRPr lang="en-US" dirty="0"/>
          </a:p>
        </p:txBody>
      </p:sp>
    </p:spTree>
    <p:extLst>
      <p:ext uri="{BB962C8B-B14F-4D97-AF65-F5344CB8AC3E}">
        <p14:creationId xmlns:p14="http://schemas.microsoft.com/office/powerpoint/2010/main" val="148268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3735E-CAC6-F84D-A3AE-BA514F8B47F3}"/>
              </a:ext>
            </a:extLst>
          </p:cNvPr>
          <p:cNvSpPr>
            <a:spLocks noGrp="1"/>
          </p:cNvSpPr>
          <p:nvPr>
            <p:ph type="title"/>
          </p:nvPr>
        </p:nvSpPr>
        <p:spPr>
          <a:xfrm>
            <a:off x="838200" y="149250"/>
            <a:ext cx="10515600" cy="434770"/>
          </a:xfrm>
        </p:spPr>
        <p:txBody>
          <a:bodyPr>
            <a:normAutofit fontScale="90000"/>
          </a:bodyPr>
          <a:lstStyle/>
          <a:p>
            <a:r>
              <a:rPr lang="en-US" dirty="0"/>
              <a:t>Project Charter</a:t>
            </a:r>
          </a:p>
        </p:txBody>
      </p:sp>
      <p:graphicFrame>
        <p:nvGraphicFramePr>
          <p:cNvPr id="3" name="Table 3">
            <a:extLst>
              <a:ext uri="{FF2B5EF4-FFF2-40B4-BE49-F238E27FC236}">
                <a16:creationId xmlns:a16="http://schemas.microsoft.com/office/drawing/2014/main" id="{AC8CBD9A-2320-4BCC-BFDF-8435404C7539}"/>
              </a:ext>
            </a:extLst>
          </p:cNvPr>
          <p:cNvGraphicFramePr>
            <a:graphicFrameLocks noGrp="1"/>
          </p:cNvGraphicFramePr>
          <p:nvPr>
            <p:extLst>
              <p:ext uri="{D42A27DB-BD31-4B8C-83A1-F6EECF244321}">
                <p14:modId xmlns:p14="http://schemas.microsoft.com/office/powerpoint/2010/main" val="1364029718"/>
              </p:ext>
            </p:extLst>
          </p:nvPr>
        </p:nvGraphicFramePr>
        <p:xfrm>
          <a:off x="294967" y="668596"/>
          <a:ext cx="7462685" cy="5711376"/>
        </p:xfrm>
        <a:graphic>
          <a:graphicData uri="http://schemas.openxmlformats.org/drawingml/2006/table">
            <a:tbl>
              <a:tblPr>
                <a:tableStyleId>{5A111915-BE36-4E01-A7E5-04B1672EAD32}</a:tableStyleId>
              </a:tblPr>
              <a:tblGrid>
                <a:gridCol w="818102">
                  <a:extLst>
                    <a:ext uri="{9D8B030D-6E8A-4147-A177-3AD203B41FA5}">
                      <a16:colId xmlns:a16="http://schemas.microsoft.com/office/drawing/2014/main" val="1694624829"/>
                    </a:ext>
                  </a:extLst>
                </a:gridCol>
                <a:gridCol w="145768">
                  <a:extLst>
                    <a:ext uri="{9D8B030D-6E8A-4147-A177-3AD203B41FA5}">
                      <a16:colId xmlns:a16="http://schemas.microsoft.com/office/drawing/2014/main" val="184326229"/>
                    </a:ext>
                  </a:extLst>
                </a:gridCol>
                <a:gridCol w="961662">
                  <a:extLst>
                    <a:ext uri="{9D8B030D-6E8A-4147-A177-3AD203B41FA5}">
                      <a16:colId xmlns:a16="http://schemas.microsoft.com/office/drawing/2014/main" val="4141264612"/>
                    </a:ext>
                  </a:extLst>
                </a:gridCol>
                <a:gridCol w="5537153">
                  <a:extLst>
                    <a:ext uri="{9D8B030D-6E8A-4147-A177-3AD203B41FA5}">
                      <a16:colId xmlns:a16="http://schemas.microsoft.com/office/drawing/2014/main" val="3466682422"/>
                    </a:ext>
                  </a:extLst>
                </a:gridCol>
              </a:tblGrid>
              <a:tr h="324248">
                <a:tc gridSpan="3">
                  <a:txBody>
                    <a:bodyPr/>
                    <a:lstStyle/>
                    <a:p>
                      <a:r>
                        <a:rPr lang="en-US" sz="1200" b="0" dirty="0">
                          <a:solidFill>
                            <a:schemeClr val="bg1"/>
                          </a:solidFill>
                        </a:rPr>
                        <a:t>Project Name</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endParaRPr lang="en-CA"/>
                    </a:p>
                  </a:txBody>
                  <a:tcPr/>
                </a:tc>
                <a:tc h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r>
                        <a:rPr lang="en-US" sz="1200" b="0" dirty="0">
                          <a:solidFill>
                            <a:schemeClr val="tx1">
                              <a:lumMod val="65000"/>
                              <a:lumOff val="35000"/>
                            </a:schemeClr>
                          </a:solidFill>
                        </a:rPr>
                        <a:t>Evo-Konnect Mobile Wallet Integration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60460781"/>
                  </a:ext>
                </a:extLst>
              </a:tr>
              <a:tr h="540415">
                <a:tc gridSpan="3">
                  <a:txBody>
                    <a:bodyPr/>
                    <a:lstStyle/>
                    <a:p>
                      <a:r>
                        <a:rPr lang="en-US" sz="1200" b="0" dirty="0">
                          <a:solidFill>
                            <a:schemeClr val="bg1"/>
                          </a:solidFill>
                        </a:rPr>
                        <a:t>Description &amp; Goals</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endParaRPr lang="en-CA"/>
                    </a:p>
                  </a:txBody>
                  <a:tcPr/>
                </a:tc>
                <a:tc h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r>
                        <a:rPr lang="en-US" sz="1200" b="0" dirty="0">
                          <a:solidFill>
                            <a:schemeClr val="tx1">
                              <a:lumMod val="65000"/>
                              <a:lumOff val="35000"/>
                            </a:schemeClr>
                          </a:solidFill>
                        </a:rPr>
                        <a:t>By adding a seamless, safe, and simple mobile wallet function, Evo-Konnect's mobile application will be improved, satisfying the increasing need for digital payment solutions while also boosting user engagement and retention.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5256685"/>
                  </a:ext>
                </a:extLst>
              </a:tr>
              <a:tr h="756581">
                <a:tc rowSpan="2" gridSpan="2">
                  <a:txBody>
                    <a:bodyPr/>
                    <a:lstStyle/>
                    <a:p>
                      <a:r>
                        <a:rPr lang="en-US" sz="1200" b="0" dirty="0">
                          <a:solidFill>
                            <a:schemeClr val="bg1"/>
                          </a:solidFill>
                        </a:rPr>
                        <a:t>Scope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rowSpan="2" hMerge="1">
                  <a:txBody>
                    <a:bodyPr/>
                    <a:lstStyle/>
                    <a:p>
                      <a:endParaRPr lang="en-US" sz="12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200" b="0" dirty="0">
                          <a:solidFill>
                            <a:schemeClr val="bg1"/>
                          </a:solidFill>
                        </a:rPr>
                        <a:t>In</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171450" indent="-171450">
                        <a:buFont typeface="Arial" panose="020B0604020202020204" pitchFamily="34" charset="0"/>
                        <a:buChar char="•"/>
                      </a:pPr>
                      <a:r>
                        <a:rPr lang="en-US" sz="1200" b="0" dirty="0">
                          <a:solidFill>
                            <a:schemeClr val="tx1">
                              <a:lumMod val="65000"/>
                              <a:lumOff val="35000"/>
                            </a:schemeClr>
                          </a:solidFill>
                        </a:rPr>
                        <a:t>User acceptability testing</a:t>
                      </a:r>
                    </a:p>
                    <a:p>
                      <a:pPr marL="171450" indent="-171450">
                        <a:buFont typeface="Arial" panose="020B0604020202020204" pitchFamily="34" charset="0"/>
                        <a:buChar char="•"/>
                      </a:pPr>
                      <a:r>
                        <a:rPr lang="en-US" sz="1200" b="0" dirty="0">
                          <a:solidFill>
                            <a:schemeClr val="tx1">
                              <a:lumMod val="65000"/>
                              <a:lumOff val="35000"/>
                            </a:schemeClr>
                          </a:solidFill>
                        </a:rPr>
                        <a:t>Security compliance</a:t>
                      </a:r>
                    </a:p>
                    <a:p>
                      <a:pPr marL="171450" indent="-171450">
                        <a:buFont typeface="Arial" panose="020B0604020202020204" pitchFamily="34" charset="0"/>
                        <a:buChar char="•"/>
                      </a:pPr>
                      <a:r>
                        <a:rPr lang="en-US" sz="1200" b="0" dirty="0">
                          <a:solidFill>
                            <a:schemeClr val="tx1">
                              <a:lumMod val="65000"/>
                              <a:lumOff val="35000"/>
                            </a:schemeClr>
                          </a:solidFill>
                        </a:rPr>
                        <a:t>Mobile wallet development and integration</a:t>
                      </a:r>
                    </a:p>
                    <a:p>
                      <a:pPr marL="171450" indent="-171450">
                        <a:buFont typeface="Arial" panose="020B0604020202020204" pitchFamily="34" charset="0"/>
                        <a:buChar char="•"/>
                      </a:pPr>
                      <a:r>
                        <a:rPr lang="en-US" sz="1200" b="0" dirty="0">
                          <a:solidFill>
                            <a:schemeClr val="tx1">
                              <a:lumMod val="65000"/>
                              <a:lumOff val="35000"/>
                            </a:schemeClr>
                          </a:solidFill>
                        </a:rPr>
                        <a:t>Customer support training.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88985521"/>
                  </a:ext>
                </a:extLst>
              </a:tr>
              <a:tr h="756581">
                <a:tc gridSpan="2" v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hMerge="1" vMerge="1">
                  <a:txBody>
                    <a:bodyPr/>
                    <a:lstStyle/>
                    <a:p>
                      <a:endParaRPr lang="en-CA"/>
                    </a:p>
                  </a:txBody>
                  <a:tcPr/>
                </a:tc>
                <a:tc>
                  <a:txBody>
                    <a:bodyPr/>
                    <a:lstStyle/>
                    <a:p>
                      <a:r>
                        <a:rPr lang="en-US" sz="1200" b="0" dirty="0">
                          <a:solidFill>
                            <a:schemeClr val="bg1"/>
                          </a:solidFill>
                        </a:rPr>
                        <a:t>Out</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lumMod val="65000"/>
                              <a:lumOff val="35000"/>
                            </a:schemeClr>
                          </a:solidFill>
                        </a:rPr>
                        <a:t>International transactions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lumMod val="65000"/>
                              <a:lumOff val="35000"/>
                            </a:schemeClr>
                          </a:solidFill>
                        </a:rPr>
                        <a:t>Adjustments to already existing services.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8145048"/>
                  </a:ext>
                </a:extLst>
              </a:tr>
              <a:tr h="415696">
                <a:tc gridSpan="3">
                  <a:txBody>
                    <a:bodyPr/>
                    <a:lstStyle/>
                    <a:p>
                      <a:r>
                        <a:rPr lang="en-US" sz="1200" b="0" dirty="0">
                          <a:solidFill>
                            <a:schemeClr val="bg1"/>
                          </a:solidFill>
                        </a:rPr>
                        <a:t>Business Case</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endParaRPr lang="en-CA"/>
                    </a:p>
                  </a:txBody>
                  <a:tcPr/>
                </a:tc>
                <a:tc h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r>
                        <a:rPr lang="en-US" sz="1200" b="0" dirty="0">
                          <a:solidFill>
                            <a:schemeClr val="tx1">
                              <a:lumMod val="65000"/>
                              <a:lumOff val="35000"/>
                            </a:schemeClr>
                          </a:solidFill>
                        </a:rPr>
                        <a:t>Boost customer engagement and provide secure mobile wallet payments.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117472956"/>
                  </a:ext>
                </a:extLst>
              </a:tr>
              <a:tr h="447398">
                <a:tc rowSpan="4">
                  <a:txBody>
                    <a:bodyPr/>
                    <a:lstStyle/>
                    <a:p>
                      <a:r>
                        <a:rPr lang="en-US" sz="1200" b="0" dirty="0">
                          <a:solidFill>
                            <a:schemeClr val="bg1"/>
                          </a:solidFill>
                        </a:rPr>
                        <a:t>Constraints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gridSpan="2">
                  <a:txBody>
                    <a:bodyPr/>
                    <a:lstStyle/>
                    <a:p>
                      <a:r>
                        <a:rPr lang="en-US" sz="1200" b="0" dirty="0">
                          <a:solidFill>
                            <a:schemeClr val="bg1"/>
                          </a:solidFill>
                        </a:rPr>
                        <a:t>Time</a:t>
                      </a:r>
                      <a:endParaRPr lang="en-CA" dirty="0"/>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r>
                        <a:rPr lang="en-US" sz="1200" b="0" dirty="0">
                          <a:solidFill>
                            <a:schemeClr val="bg1"/>
                          </a:solidFill>
                        </a:rPr>
                        <a:t>Time</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200" b="0" dirty="0">
                          <a:solidFill>
                            <a:schemeClr val="tx1">
                              <a:lumMod val="65000"/>
                              <a:lumOff val="35000"/>
                            </a:schemeClr>
                          </a:solidFill>
                        </a:rPr>
                        <a:t>To satisfy market demand and prevent delays, the project needs to be completed by the scheduled date.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52069157"/>
                  </a:ext>
                </a:extLst>
              </a:tr>
              <a:tr h="540415">
                <a:tc v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r>
                        <a:rPr lang="en-US" sz="1200" b="0" dirty="0">
                          <a:solidFill>
                            <a:schemeClr val="bg1"/>
                          </a:solidFill>
                        </a:rPr>
                        <a:t>Budget</a:t>
                      </a:r>
                      <a:endParaRPr lang="en-CA" dirty="0"/>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r>
                        <a:rPr lang="en-US" sz="1200" b="0" dirty="0">
                          <a:solidFill>
                            <a:schemeClr val="bg1"/>
                          </a:solidFill>
                        </a:rPr>
                        <a:t>Budget</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lumMod val="65000"/>
                              <a:lumOff val="35000"/>
                            </a:schemeClr>
                          </a:solidFill>
                        </a:rPr>
                        <a:t>Within the constraints of the budget, financial resources must be distributed effectively to achieve project objectives.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547130521"/>
                  </a:ext>
                </a:extLst>
              </a:tr>
              <a:tr h="540415">
                <a:tc v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r>
                        <a:rPr lang="en-US" sz="1200" b="0" dirty="0">
                          <a:solidFill>
                            <a:schemeClr val="bg1"/>
                          </a:solidFill>
                        </a:rPr>
                        <a:t>Competition</a:t>
                      </a:r>
                      <a:endParaRPr lang="en-CA" dirty="0"/>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r>
                        <a:rPr lang="en-US" sz="1200" b="0" dirty="0">
                          <a:solidFill>
                            <a:schemeClr val="bg1"/>
                          </a:solidFill>
                        </a:rPr>
                        <a:t>Competition</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lumMod val="65000"/>
                              <a:lumOff val="35000"/>
                            </a:schemeClr>
                          </a:solidFill>
                        </a:rPr>
                        <a:t>Digital payment solutions are already in place from rivals like Rogers, so Evo-Konnect is under pressure to deliver on time without compromising quality.</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60720561"/>
                  </a:ext>
                </a:extLst>
              </a:tr>
              <a:tr h="447398">
                <a:tc v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r>
                        <a:rPr lang="en-US" sz="1200" b="0" dirty="0">
                          <a:solidFill>
                            <a:schemeClr val="bg1"/>
                          </a:solidFill>
                        </a:rPr>
                        <a:t>Security concerns</a:t>
                      </a:r>
                      <a:endParaRPr lang="en-CA" dirty="0"/>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r>
                        <a:rPr lang="en-US" sz="1200" b="0" dirty="0">
                          <a:solidFill>
                            <a:schemeClr val="bg1"/>
                          </a:solidFill>
                        </a:rPr>
                        <a:t>Security concerns</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lumMod val="65000"/>
                              <a:lumOff val="35000"/>
                            </a:schemeClr>
                          </a:solidFill>
                        </a:rPr>
                        <a:t>Ensuring the mobile wallet’s security, which may hinder growth if issues arise in encryption or authentication processes.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79003298"/>
                  </a:ext>
                </a:extLst>
              </a:tr>
              <a:tr h="756581">
                <a:tc gridSpan="3">
                  <a:txBody>
                    <a:bodyPr/>
                    <a:lstStyle/>
                    <a:p>
                      <a:r>
                        <a:rPr lang="en-US" sz="1200" b="0" dirty="0">
                          <a:solidFill>
                            <a:schemeClr val="bg1"/>
                          </a:solidFill>
                        </a:rPr>
                        <a:t>Deliverables</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hMerge="1">
                  <a:txBody>
                    <a:bodyPr/>
                    <a:lstStyle/>
                    <a:p>
                      <a:endParaRPr lang="en-CA"/>
                    </a:p>
                  </a:txBody>
                  <a:tcPr/>
                </a:tc>
                <a:tc hMerge="1">
                  <a:txBody>
                    <a:bodyPr/>
                    <a:lstStyle/>
                    <a:p>
                      <a:endParaRPr lang="en-US" dirty="0"/>
                    </a:p>
                  </a:txBody>
                  <a:tcP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lumMod val="65000"/>
                              <a:lumOff val="35000"/>
                            </a:schemeClr>
                          </a:solidFill>
                        </a:rPr>
                        <a:t>Fully functional mobile wallet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lumMod val="65000"/>
                              <a:lumOff val="35000"/>
                            </a:schemeClr>
                          </a:solidFill>
                        </a:rPr>
                        <a:t>Testing reports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lumMod val="65000"/>
                              <a:lumOff val="35000"/>
                            </a:schemeClr>
                          </a:solidFill>
                        </a:rPr>
                        <a:t>Compliance documentation. </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93530355"/>
                  </a:ext>
                </a:extLst>
              </a:tr>
            </a:tbl>
          </a:graphicData>
        </a:graphic>
      </p:graphicFrame>
      <p:graphicFrame>
        <p:nvGraphicFramePr>
          <p:cNvPr id="12" name="Table 3">
            <a:extLst>
              <a:ext uri="{FF2B5EF4-FFF2-40B4-BE49-F238E27FC236}">
                <a16:creationId xmlns:a16="http://schemas.microsoft.com/office/drawing/2014/main" id="{A99B51D2-4BBF-457C-AC65-B0B2F7E8C4B2}"/>
              </a:ext>
            </a:extLst>
          </p:cNvPr>
          <p:cNvGraphicFramePr>
            <a:graphicFrameLocks noGrp="1"/>
          </p:cNvGraphicFramePr>
          <p:nvPr>
            <p:extLst>
              <p:ext uri="{D42A27DB-BD31-4B8C-83A1-F6EECF244321}">
                <p14:modId xmlns:p14="http://schemas.microsoft.com/office/powerpoint/2010/main" val="830225624"/>
              </p:ext>
            </p:extLst>
          </p:nvPr>
        </p:nvGraphicFramePr>
        <p:xfrm>
          <a:off x="7758819" y="1010738"/>
          <a:ext cx="3794083" cy="944880"/>
        </p:xfrm>
        <a:graphic>
          <a:graphicData uri="http://schemas.openxmlformats.org/drawingml/2006/table">
            <a:tbl>
              <a:tblPr>
                <a:tableStyleId>{5A111915-BE36-4E01-A7E5-04B1672EAD32}</a:tableStyleId>
              </a:tblPr>
              <a:tblGrid>
                <a:gridCol w="1163115">
                  <a:extLst>
                    <a:ext uri="{9D8B030D-6E8A-4147-A177-3AD203B41FA5}">
                      <a16:colId xmlns:a16="http://schemas.microsoft.com/office/drawing/2014/main" val="1694624829"/>
                    </a:ext>
                  </a:extLst>
                </a:gridCol>
                <a:gridCol w="2630968">
                  <a:extLst>
                    <a:ext uri="{9D8B030D-6E8A-4147-A177-3AD203B41FA5}">
                      <a16:colId xmlns:a16="http://schemas.microsoft.com/office/drawing/2014/main" val="3466682422"/>
                    </a:ext>
                  </a:extLst>
                </a:gridCol>
              </a:tblGrid>
              <a:tr h="0">
                <a:tc>
                  <a:txBody>
                    <a:bodyPr/>
                    <a:lstStyle/>
                    <a:p>
                      <a:r>
                        <a:rPr lang="en-US" sz="1100" b="0" dirty="0">
                          <a:solidFill>
                            <a:schemeClr val="bg1"/>
                          </a:solidFill>
                        </a:rPr>
                        <a:t>Team Lead</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100" b="0" dirty="0">
                          <a:solidFill>
                            <a:schemeClr val="tx1">
                              <a:lumMod val="65000"/>
                              <a:lumOff val="35000"/>
                            </a:schemeClr>
                          </a:solidFill>
                        </a:rPr>
                        <a:t>Sandra Okoye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60460781"/>
                  </a:ext>
                </a:extLst>
              </a:tr>
              <a:tr h="0">
                <a:tc>
                  <a:txBody>
                    <a:bodyPr/>
                    <a:lstStyle/>
                    <a:p>
                      <a:r>
                        <a:rPr lang="en-US" sz="1100" b="0" dirty="0">
                          <a:solidFill>
                            <a:schemeClr val="bg1"/>
                          </a:solidFill>
                        </a:rPr>
                        <a:t>Sponsor</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100" b="0" dirty="0">
                          <a:solidFill>
                            <a:schemeClr val="tx1">
                              <a:lumMod val="65000"/>
                              <a:lumOff val="35000"/>
                            </a:schemeClr>
                          </a:solidFill>
                        </a:rPr>
                        <a:t>Elsie Umukoro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5256685"/>
                  </a:ext>
                </a:extLst>
              </a:tr>
              <a:tr h="0">
                <a:tc>
                  <a:txBody>
                    <a:bodyPr/>
                    <a:lstStyle/>
                    <a:p>
                      <a:r>
                        <a:rPr lang="en-US" sz="1100" b="0" dirty="0">
                          <a:solidFill>
                            <a:schemeClr val="bg1"/>
                          </a:solidFill>
                        </a:rPr>
                        <a:t>Project Manager</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100" b="0" dirty="0">
                          <a:solidFill>
                            <a:schemeClr val="tx1">
                              <a:lumMod val="65000"/>
                              <a:lumOff val="35000"/>
                            </a:schemeClr>
                          </a:solidFill>
                        </a:rPr>
                        <a:t>Favour Ukaegbu</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69435839"/>
                  </a:ext>
                </a:extLst>
              </a:tr>
            </a:tbl>
          </a:graphicData>
        </a:graphic>
      </p:graphicFrame>
      <p:graphicFrame>
        <p:nvGraphicFramePr>
          <p:cNvPr id="13" name="Table 3">
            <a:extLst>
              <a:ext uri="{FF2B5EF4-FFF2-40B4-BE49-F238E27FC236}">
                <a16:creationId xmlns:a16="http://schemas.microsoft.com/office/drawing/2014/main" id="{0150110D-E754-4B7F-A07A-A9150E4973ED}"/>
              </a:ext>
            </a:extLst>
          </p:cNvPr>
          <p:cNvGraphicFramePr>
            <a:graphicFrameLocks noGrp="1"/>
          </p:cNvGraphicFramePr>
          <p:nvPr>
            <p:extLst>
              <p:ext uri="{D42A27DB-BD31-4B8C-83A1-F6EECF244321}">
                <p14:modId xmlns:p14="http://schemas.microsoft.com/office/powerpoint/2010/main" val="2016591680"/>
              </p:ext>
            </p:extLst>
          </p:nvPr>
        </p:nvGraphicFramePr>
        <p:xfrm>
          <a:off x="7758819" y="2131755"/>
          <a:ext cx="3794084" cy="1188720"/>
        </p:xfrm>
        <a:graphic>
          <a:graphicData uri="http://schemas.openxmlformats.org/drawingml/2006/table">
            <a:tbl>
              <a:tblPr>
                <a:tableStyleId>{5A111915-BE36-4E01-A7E5-04B1672EAD32}</a:tableStyleId>
              </a:tblPr>
              <a:tblGrid>
                <a:gridCol w="1160471">
                  <a:extLst>
                    <a:ext uri="{9D8B030D-6E8A-4147-A177-3AD203B41FA5}">
                      <a16:colId xmlns:a16="http://schemas.microsoft.com/office/drawing/2014/main" val="1694624829"/>
                    </a:ext>
                  </a:extLst>
                </a:gridCol>
                <a:gridCol w="2633613">
                  <a:extLst>
                    <a:ext uri="{9D8B030D-6E8A-4147-A177-3AD203B41FA5}">
                      <a16:colId xmlns:a16="http://schemas.microsoft.com/office/drawing/2014/main" val="3466682422"/>
                    </a:ext>
                  </a:extLst>
                </a:gridCol>
              </a:tblGrid>
              <a:tr h="0">
                <a:tc>
                  <a:txBody>
                    <a:bodyPr/>
                    <a:lstStyle/>
                    <a:p>
                      <a:r>
                        <a:rPr lang="en-US" sz="1100" b="0" dirty="0">
                          <a:solidFill>
                            <a:schemeClr val="bg1"/>
                          </a:solidFill>
                        </a:rPr>
                        <a:t>Date</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r>
                        <a:rPr lang="en-US" sz="1100" b="0" dirty="0">
                          <a:solidFill>
                            <a:schemeClr val="tx1">
                              <a:lumMod val="65000"/>
                              <a:lumOff val="35000"/>
                            </a:schemeClr>
                          </a:solidFill>
                        </a:rPr>
                        <a:t>October 4, 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60460781"/>
                  </a:ext>
                </a:extLst>
              </a:tr>
              <a:tr h="0">
                <a:tc>
                  <a:txBody>
                    <a:bodyPr/>
                    <a:lstStyle/>
                    <a:p>
                      <a:r>
                        <a:rPr lang="en-US" sz="1100" b="0" dirty="0">
                          <a:solidFill>
                            <a:schemeClr val="bg1"/>
                          </a:solidFill>
                        </a:rPr>
                        <a:t>Key Resources</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8EFD"/>
                    </a:solidFill>
                  </a:tcPr>
                </a:tc>
                <a:tc>
                  <a:txBody>
                    <a:bodyPr/>
                    <a:lstStyle/>
                    <a:p>
                      <a:pPr marL="117475" indent="-117475">
                        <a:buFont typeface="Arial" panose="020B0604020202020204" pitchFamily="34" charset="0"/>
                        <a:buChar char="•"/>
                      </a:pPr>
                      <a:r>
                        <a:rPr lang="en-US" sz="1100" b="0" dirty="0">
                          <a:solidFill>
                            <a:schemeClr val="tx1">
                              <a:lumMod val="65000"/>
                              <a:lumOff val="35000"/>
                            </a:schemeClr>
                          </a:solidFill>
                        </a:rPr>
                        <a:t>Human Resources</a:t>
                      </a:r>
                    </a:p>
                    <a:p>
                      <a:pPr marL="117475" indent="-117475">
                        <a:buFont typeface="Arial" panose="020B0604020202020204" pitchFamily="34" charset="0"/>
                        <a:buChar char="•"/>
                      </a:pPr>
                      <a:r>
                        <a:rPr lang="en-US" sz="1100" b="0" dirty="0">
                          <a:solidFill>
                            <a:schemeClr val="tx1">
                              <a:lumMod val="65000"/>
                              <a:lumOff val="35000"/>
                            </a:schemeClr>
                          </a:solidFill>
                        </a:rPr>
                        <a:t>Mobile Wallet Platform</a:t>
                      </a:r>
                    </a:p>
                    <a:p>
                      <a:pPr marL="117475" indent="-117475">
                        <a:buFont typeface="Arial" panose="020B0604020202020204" pitchFamily="34" charset="0"/>
                        <a:buChar char="•"/>
                      </a:pPr>
                      <a:r>
                        <a:rPr lang="en-US" sz="1100" b="0" dirty="0">
                          <a:solidFill>
                            <a:schemeClr val="tx1">
                              <a:lumMod val="65000"/>
                              <a:lumOff val="35000"/>
                            </a:schemeClr>
                          </a:solidFill>
                        </a:rPr>
                        <a:t>Telecom Infrastructure</a:t>
                      </a:r>
                    </a:p>
                    <a:p>
                      <a:pPr marL="117475" indent="-117475">
                        <a:buFont typeface="Arial" panose="020B0604020202020204" pitchFamily="34" charset="0"/>
                        <a:buChar char="•"/>
                      </a:pPr>
                      <a:r>
                        <a:rPr lang="en-US" sz="1100" b="0" dirty="0">
                          <a:solidFill>
                            <a:schemeClr val="tx1">
                              <a:lumMod val="65000"/>
                              <a:lumOff val="35000"/>
                            </a:schemeClr>
                          </a:solidFill>
                        </a:rPr>
                        <a:t>Financial Resources</a:t>
                      </a:r>
                    </a:p>
                    <a:p>
                      <a:pPr marL="117475" indent="-117475">
                        <a:buFont typeface="Arial" panose="020B0604020202020204" pitchFamily="34" charset="0"/>
                        <a:buChar char="•"/>
                      </a:pPr>
                      <a:r>
                        <a:rPr lang="en-US" sz="1100" b="0" dirty="0">
                          <a:solidFill>
                            <a:schemeClr val="tx1">
                              <a:lumMod val="65000"/>
                              <a:lumOff val="35000"/>
                            </a:schemeClr>
                          </a:solidFill>
                        </a:rPr>
                        <a:t>Stakeholder Support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5256685"/>
                  </a:ext>
                </a:extLst>
              </a:tr>
            </a:tbl>
          </a:graphicData>
        </a:graphic>
      </p:graphicFrame>
      <p:graphicFrame>
        <p:nvGraphicFramePr>
          <p:cNvPr id="14" name="Table 3">
            <a:extLst>
              <a:ext uri="{FF2B5EF4-FFF2-40B4-BE49-F238E27FC236}">
                <a16:creationId xmlns:a16="http://schemas.microsoft.com/office/drawing/2014/main" id="{D585C4AB-015F-4A06-B92D-1DAC1B7E6CDB}"/>
              </a:ext>
            </a:extLst>
          </p:cNvPr>
          <p:cNvGraphicFramePr>
            <a:graphicFrameLocks noGrp="1"/>
          </p:cNvGraphicFramePr>
          <p:nvPr>
            <p:extLst>
              <p:ext uri="{D42A27DB-BD31-4B8C-83A1-F6EECF244321}">
                <p14:modId xmlns:p14="http://schemas.microsoft.com/office/powerpoint/2010/main" val="1448586215"/>
              </p:ext>
            </p:extLst>
          </p:nvPr>
        </p:nvGraphicFramePr>
        <p:xfrm>
          <a:off x="7798145" y="3305519"/>
          <a:ext cx="3754757" cy="1554480"/>
        </p:xfrm>
        <a:graphic>
          <a:graphicData uri="http://schemas.openxmlformats.org/drawingml/2006/table">
            <a:tbl>
              <a:tblPr>
                <a:tableStyleId>{5A111915-BE36-4E01-A7E5-04B1672EAD32}</a:tableStyleId>
              </a:tblPr>
              <a:tblGrid>
                <a:gridCol w="1148442">
                  <a:extLst>
                    <a:ext uri="{9D8B030D-6E8A-4147-A177-3AD203B41FA5}">
                      <a16:colId xmlns:a16="http://schemas.microsoft.com/office/drawing/2014/main" val="1694624829"/>
                    </a:ext>
                  </a:extLst>
                </a:gridCol>
                <a:gridCol w="2606315">
                  <a:extLst>
                    <a:ext uri="{9D8B030D-6E8A-4147-A177-3AD203B41FA5}">
                      <a16:colId xmlns:a16="http://schemas.microsoft.com/office/drawing/2014/main" val="3466682422"/>
                    </a:ext>
                  </a:extLst>
                </a:gridCol>
              </a:tblGrid>
              <a:tr h="0">
                <a:tc gridSpan="2">
                  <a:txBody>
                    <a:bodyPr/>
                    <a:lstStyle/>
                    <a:p>
                      <a:r>
                        <a:rPr lang="en-US" sz="1100" b="0" dirty="0">
                          <a:solidFill>
                            <a:schemeClr val="bg1"/>
                          </a:solidFill>
                        </a:rPr>
                        <a:t>Key Milestones</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488EFD"/>
                    </a:solidFill>
                  </a:tcPr>
                </a:tc>
                <a:tc hMerge="1">
                  <a:txBody>
                    <a:bodyPr/>
                    <a:lstStyle/>
                    <a:p>
                      <a:endParaRPr lang="en-US" sz="1100" b="0" dirty="0">
                        <a:solidFill>
                          <a:schemeClr val="bg1"/>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488EFD"/>
                    </a:solidFill>
                  </a:tcPr>
                </a:tc>
                <a:extLst>
                  <a:ext uri="{0D108BD9-81ED-4DB2-BD59-A6C34878D82A}">
                    <a16:rowId xmlns:a16="http://schemas.microsoft.com/office/drawing/2014/main" val="3960460781"/>
                  </a:ext>
                </a:extLst>
              </a:tr>
              <a:tr h="0">
                <a:tc>
                  <a:txBody>
                    <a:bodyPr/>
                    <a:lstStyle/>
                    <a:p>
                      <a:pPr marL="0" indent="0" algn="l" defTabSz="914400" rtl="0" eaLnBrk="1" latinLnBrk="0" hangingPunct="1">
                        <a:buFont typeface="Arial" panose="020B0604020202020204" pitchFamily="34" charset="0"/>
                        <a:buNone/>
                      </a:pPr>
                      <a:r>
                        <a:rPr lang="en-US" sz="1100" b="0" kern="1200" dirty="0">
                          <a:solidFill>
                            <a:schemeClr val="tx1">
                              <a:lumMod val="65000"/>
                              <a:lumOff val="35000"/>
                            </a:schemeClr>
                          </a:solidFill>
                          <a:latin typeface="+mn-lt"/>
                          <a:ea typeface="+mn-ea"/>
                          <a:cs typeface="+mn-cs"/>
                        </a:rPr>
                        <a:t>11/09/2024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100" b="0" dirty="0">
                          <a:solidFill>
                            <a:schemeClr val="tx1">
                              <a:lumMod val="65000"/>
                              <a:lumOff val="35000"/>
                            </a:schemeClr>
                          </a:solidFill>
                        </a:rPr>
                        <a:t>Interception Stage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35256685"/>
                  </a:ext>
                </a:extLst>
              </a:tr>
              <a:tr h="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kern="1200" dirty="0">
                          <a:solidFill>
                            <a:schemeClr val="tx1">
                              <a:lumMod val="65000"/>
                              <a:lumOff val="35000"/>
                            </a:schemeClr>
                          </a:solidFill>
                          <a:latin typeface="+mn-lt"/>
                          <a:ea typeface="+mn-ea"/>
                          <a:cs typeface="+mn-cs"/>
                        </a:rPr>
                        <a:t>18/09/2024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n-lt"/>
                          <a:ea typeface="+mn-ea"/>
                          <a:cs typeface="+mn-cs"/>
                        </a:rPr>
                        <a:t>Planning Stage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4456298"/>
                  </a:ext>
                </a:extLst>
              </a:tr>
              <a:tr h="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kern="1200" dirty="0">
                          <a:solidFill>
                            <a:schemeClr val="tx1">
                              <a:lumMod val="65000"/>
                              <a:lumOff val="35000"/>
                            </a:schemeClr>
                          </a:solidFill>
                          <a:latin typeface="+mn-lt"/>
                          <a:ea typeface="+mn-ea"/>
                          <a:cs typeface="+mn-cs"/>
                        </a:rPr>
                        <a:t>06/11/2024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n-lt"/>
                          <a:ea typeface="+mn-ea"/>
                          <a:cs typeface="+mn-cs"/>
                        </a:rPr>
                        <a:t>Execution/Testing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9313476"/>
                  </a:ext>
                </a:extLst>
              </a:tr>
              <a:tr h="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kern="1200" dirty="0">
                          <a:solidFill>
                            <a:schemeClr val="tx1">
                              <a:lumMod val="65000"/>
                              <a:lumOff val="35000"/>
                            </a:schemeClr>
                          </a:solidFill>
                          <a:latin typeface="+mn-lt"/>
                          <a:ea typeface="+mn-ea"/>
                          <a:cs typeface="+mn-cs"/>
                        </a:rPr>
                        <a:t>20/11/2024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n-lt"/>
                          <a:ea typeface="+mn-ea"/>
                          <a:cs typeface="+mn-cs"/>
                        </a:rPr>
                        <a:t>Feedback collection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4729284"/>
                  </a:ext>
                </a:extLst>
              </a:tr>
              <a:tr h="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kern="1200" dirty="0">
                          <a:solidFill>
                            <a:schemeClr val="tx1">
                              <a:lumMod val="65000"/>
                              <a:lumOff val="35000"/>
                            </a:schemeClr>
                          </a:solidFill>
                          <a:latin typeface="+mn-lt"/>
                          <a:ea typeface="+mn-ea"/>
                          <a:cs typeface="+mn-cs"/>
                        </a:rPr>
                        <a:t>11/12/2024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n-lt"/>
                          <a:ea typeface="+mn-ea"/>
                          <a:cs typeface="+mn-cs"/>
                        </a:rPr>
                        <a:t>Final testing and launch</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1506523"/>
                  </a:ext>
                </a:extLst>
              </a:tr>
            </a:tbl>
          </a:graphicData>
        </a:graphic>
      </p:graphicFrame>
      <p:graphicFrame>
        <p:nvGraphicFramePr>
          <p:cNvPr id="15" name="Table 3">
            <a:extLst>
              <a:ext uri="{FF2B5EF4-FFF2-40B4-BE49-F238E27FC236}">
                <a16:creationId xmlns:a16="http://schemas.microsoft.com/office/drawing/2014/main" id="{0EB8F1EB-03BC-4CDA-96EF-3C623B1AACD5}"/>
              </a:ext>
            </a:extLst>
          </p:cNvPr>
          <p:cNvGraphicFramePr>
            <a:graphicFrameLocks noGrp="1"/>
          </p:cNvGraphicFramePr>
          <p:nvPr>
            <p:extLst>
              <p:ext uri="{D42A27DB-BD31-4B8C-83A1-F6EECF244321}">
                <p14:modId xmlns:p14="http://schemas.microsoft.com/office/powerpoint/2010/main" val="59439200"/>
              </p:ext>
            </p:extLst>
          </p:nvPr>
        </p:nvGraphicFramePr>
        <p:xfrm>
          <a:off x="7757653" y="5203327"/>
          <a:ext cx="3795250" cy="518160"/>
        </p:xfrm>
        <a:graphic>
          <a:graphicData uri="http://schemas.openxmlformats.org/drawingml/2006/table">
            <a:tbl>
              <a:tblPr>
                <a:tableStyleId>{5A111915-BE36-4E01-A7E5-04B1672EAD32}</a:tableStyleId>
              </a:tblPr>
              <a:tblGrid>
                <a:gridCol w="1158195">
                  <a:extLst>
                    <a:ext uri="{9D8B030D-6E8A-4147-A177-3AD203B41FA5}">
                      <a16:colId xmlns:a16="http://schemas.microsoft.com/office/drawing/2014/main" val="1694624829"/>
                    </a:ext>
                  </a:extLst>
                </a:gridCol>
                <a:gridCol w="2637055">
                  <a:extLst>
                    <a:ext uri="{9D8B030D-6E8A-4147-A177-3AD203B41FA5}">
                      <a16:colId xmlns:a16="http://schemas.microsoft.com/office/drawing/2014/main" val="3466682422"/>
                    </a:ext>
                  </a:extLst>
                </a:gridCol>
              </a:tblGrid>
              <a:tr h="0">
                <a:tc gridSpan="2">
                  <a:txBody>
                    <a:bodyPr/>
                    <a:lstStyle/>
                    <a:p>
                      <a:r>
                        <a:rPr lang="en-US" sz="1100" b="0" dirty="0">
                          <a:solidFill>
                            <a:schemeClr val="bg1"/>
                          </a:solidFill>
                        </a:rPr>
                        <a:t>Project Approval</a:t>
                      </a:r>
                    </a:p>
                  </a:txBody>
                  <a:tcPr anchor="ctr">
                    <a:lnL w="6350" cap="flat" cmpd="sng" algn="ctr">
                      <a:solidFill>
                        <a:schemeClr val="bg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488EFD"/>
                    </a:solidFill>
                  </a:tcPr>
                </a:tc>
                <a:tc hMerge="1">
                  <a:txBody>
                    <a:bodyPr/>
                    <a:lstStyle/>
                    <a:p>
                      <a:endParaRPr lang="en-US" sz="1100" b="0" dirty="0">
                        <a:solidFill>
                          <a:schemeClr val="bg1"/>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488EFD"/>
                    </a:solidFill>
                  </a:tcPr>
                </a:tc>
                <a:extLst>
                  <a:ext uri="{0D108BD9-81ED-4DB2-BD59-A6C34878D82A}">
                    <a16:rowId xmlns:a16="http://schemas.microsoft.com/office/drawing/2014/main" val="3960460781"/>
                  </a:ext>
                </a:extLst>
              </a:tr>
              <a:tr h="0">
                <a:tc>
                  <a:txBody>
                    <a:bodyPr/>
                    <a:lstStyle/>
                    <a:p>
                      <a:pPr marL="0" indent="0" algn="l" defTabSz="914400" rtl="0" eaLnBrk="1" latinLnBrk="0" hangingPunct="1">
                        <a:buFont typeface="Arial" panose="020B0604020202020204" pitchFamily="34" charset="0"/>
                        <a:buNone/>
                      </a:pPr>
                      <a:r>
                        <a:rPr lang="en-US" sz="1100" b="0" kern="1200" dirty="0">
                          <a:solidFill>
                            <a:schemeClr val="tx1">
                              <a:lumMod val="65000"/>
                              <a:lumOff val="35000"/>
                            </a:schemeClr>
                          </a:solidFill>
                          <a:latin typeface="+mn-lt"/>
                          <a:ea typeface="+mn-ea"/>
                          <a:cs typeface="+mn-cs"/>
                        </a:rPr>
                        <a:t>12/05/2024</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100" b="0" dirty="0">
                          <a:solidFill>
                            <a:schemeClr val="tx1">
                              <a:lumMod val="65000"/>
                              <a:lumOff val="35000"/>
                            </a:schemeClr>
                          </a:solidFill>
                        </a:rPr>
                        <a:t>Elsie Umukoro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35256685"/>
                  </a:ext>
                </a:extLst>
              </a:tr>
            </a:tbl>
          </a:graphicData>
        </a:graphic>
      </p:graphicFrame>
      <p:sp>
        <p:nvSpPr>
          <p:cNvPr id="4" name="Slide Number Placeholder 3">
            <a:extLst>
              <a:ext uri="{FF2B5EF4-FFF2-40B4-BE49-F238E27FC236}">
                <a16:creationId xmlns:a16="http://schemas.microsoft.com/office/drawing/2014/main" id="{38EF9BF0-29F1-766E-F3BC-9FF01B4F6230}"/>
              </a:ext>
            </a:extLst>
          </p:cNvPr>
          <p:cNvSpPr>
            <a:spLocks noGrp="1"/>
          </p:cNvSpPr>
          <p:nvPr>
            <p:ph type="sldNum" sz="quarter" idx="12"/>
          </p:nvPr>
        </p:nvSpPr>
        <p:spPr/>
        <p:txBody>
          <a:bodyPr/>
          <a:lstStyle/>
          <a:p>
            <a:fld id="{273BAE12-D270-459D-897B-6833652BB167}" type="slidenum">
              <a:rPr lang="en-US" smtClean="0"/>
              <a:t>6</a:t>
            </a:fld>
            <a:endParaRPr lang="en-US" dirty="0"/>
          </a:p>
        </p:txBody>
      </p:sp>
    </p:spTree>
    <p:extLst>
      <p:ext uri="{BB962C8B-B14F-4D97-AF65-F5344CB8AC3E}">
        <p14:creationId xmlns:p14="http://schemas.microsoft.com/office/powerpoint/2010/main" val="213091799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5"/>
          <p:cNvSpPr/>
          <p:nvPr/>
        </p:nvSpPr>
        <p:spPr>
          <a:xfrm rot="5400000">
            <a:off x="1522448" y="2219545"/>
            <a:ext cx="2556553" cy="1444344"/>
          </a:xfrm>
          <a:custGeom>
            <a:avLst/>
            <a:gdLst>
              <a:gd name="connsiteX0" fmla="*/ 0 w 1168648"/>
              <a:gd name="connsiteY0" fmla="*/ 344965 h 689930"/>
              <a:gd name="connsiteX1" fmla="*/ 207407 w 1168648"/>
              <a:gd name="connsiteY1" fmla="*/ 0 h 689930"/>
              <a:gd name="connsiteX2" fmla="*/ 575737 w 1168648"/>
              <a:gd name="connsiteY2" fmla="*/ 0 h 689930"/>
              <a:gd name="connsiteX3" fmla="*/ 592911 w 1168648"/>
              <a:gd name="connsiteY3" fmla="*/ 0 h 689930"/>
              <a:gd name="connsiteX4" fmla="*/ 961241 w 1168648"/>
              <a:gd name="connsiteY4" fmla="*/ 0 h 689930"/>
              <a:gd name="connsiteX5" fmla="*/ 1168648 w 1168648"/>
              <a:gd name="connsiteY5" fmla="*/ 344965 h 689930"/>
              <a:gd name="connsiteX6" fmla="*/ 961241 w 1168648"/>
              <a:gd name="connsiteY6" fmla="*/ 689930 h 689930"/>
              <a:gd name="connsiteX7" fmla="*/ 592911 w 1168648"/>
              <a:gd name="connsiteY7" fmla="*/ 689930 h 689930"/>
              <a:gd name="connsiteX8" fmla="*/ 575737 w 1168648"/>
              <a:gd name="connsiteY8" fmla="*/ 689930 h 689930"/>
              <a:gd name="connsiteX9" fmla="*/ 207407 w 1168648"/>
              <a:gd name="connsiteY9" fmla="*/ 689930 h 68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648" h="689930">
                <a:moveTo>
                  <a:pt x="0" y="344965"/>
                </a:moveTo>
                <a:lnTo>
                  <a:pt x="207407" y="0"/>
                </a:lnTo>
                <a:lnTo>
                  <a:pt x="575737" y="0"/>
                </a:lnTo>
                <a:lnTo>
                  <a:pt x="592911" y="0"/>
                </a:lnTo>
                <a:lnTo>
                  <a:pt x="961241" y="0"/>
                </a:lnTo>
                <a:lnTo>
                  <a:pt x="1168648" y="344965"/>
                </a:lnTo>
                <a:lnTo>
                  <a:pt x="961241" y="689930"/>
                </a:lnTo>
                <a:lnTo>
                  <a:pt x="592911" y="689930"/>
                </a:lnTo>
                <a:lnTo>
                  <a:pt x="575737" y="689930"/>
                </a:lnTo>
                <a:lnTo>
                  <a:pt x="207407" y="689930"/>
                </a:lnTo>
                <a:close/>
              </a:path>
            </a:pathLst>
          </a:custGeom>
          <a:solidFill>
            <a:schemeClr val="bg1"/>
          </a:solidFill>
          <a:ln w="57150" cap="rnd">
            <a:solidFill>
              <a:srgbClr val="FE682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7" name="Hexagon 26"/>
          <p:cNvSpPr/>
          <p:nvPr/>
        </p:nvSpPr>
        <p:spPr>
          <a:xfrm rot="5400000">
            <a:off x="2119185" y="1926374"/>
            <a:ext cx="1363075" cy="1175065"/>
          </a:xfrm>
          <a:prstGeom prst="hexagon">
            <a:avLst>
              <a:gd name="adj" fmla="val 30062"/>
              <a:gd name="vf" fmla="val 115470"/>
            </a:avLst>
          </a:prstGeom>
          <a:solidFill>
            <a:srgbClr val="FE682B"/>
          </a:solidFill>
          <a:ln w="57150" cap="rnd">
            <a:solidFill>
              <a:srgbClr val="FE682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8" name="TextBox 27"/>
          <p:cNvSpPr txBox="1"/>
          <p:nvPr/>
        </p:nvSpPr>
        <p:spPr>
          <a:xfrm>
            <a:off x="1396182" y="4590343"/>
            <a:ext cx="2605548" cy="1569660"/>
          </a:xfrm>
          <a:prstGeom prst="rect">
            <a:avLst/>
          </a:prstGeom>
          <a:noFill/>
        </p:spPr>
        <p:txBody>
          <a:bodyPr wrap="square" rtlCol="0">
            <a:spAutoFit/>
          </a:bodyPr>
          <a:lstStyle/>
          <a:p>
            <a:pPr marL="228594" indent="-228594">
              <a:buFont typeface="Arial" panose="020B0604020202020204" pitchFamily="34" charset="0"/>
              <a:buChar char="•"/>
            </a:pPr>
            <a:r>
              <a:rPr lang="en-US" sz="1200" dirty="0">
                <a:ea typeface="Ubuntu Light" charset="0"/>
                <a:cs typeface="Ubuntu Light" charset="0"/>
              </a:rPr>
              <a:t>The seamless integration of a mobile wallet is made possible by Evo-Konnect's established telecom infrastructure and customer-centric innovation.</a:t>
            </a:r>
          </a:p>
          <a:p>
            <a:pPr marL="228594" indent="-228594">
              <a:buFont typeface="Arial" panose="020B0604020202020204" pitchFamily="34" charset="0"/>
              <a:buChar char="•"/>
            </a:pPr>
            <a:r>
              <a:rPr lang="en-US" sz="1200" dirty="0">
                <a:ea typeface="Ubuntu Light" charset="0"/>
                <a:cs typeface="Ubuntu Light" charset="0"/>
              </a:rPr>
              <a:t>Responsive and flexible compared to larger competitors like Rogers </a:t>
            </a:r>
          </a:p>
        </p:txBody>
      </p:sp>
      <p:sp>
        <p:nvSpPr>
          <p:cNvPr id="36" name="TextBox 35"/>
          <p:cNvSpPr txBox="1"/>
          <p:nvPr/>
        </p:nvSpPr>
        <p:spPr>
          <a:xfrm>
            <a:off x="1940459" y="4306035"/>
            <a:ext cx="1720527" cy="338554"/>
          </a:xfrm>
          <a:prstGeom prst="rect">
            <a:avLst/>
          </a:prstGeom>
          <a:noFill/>
        </p:spPr>
        <p:txBody>
          <a:bodyPr wrap="square" rtlCol="0">
            <a:spAutoFit/>
          </a:bodyPr>
          <a:lstStyle/>
          <a:p>
            <a:pPr algn="ctr"/>
            <a:r>
              <a:rPr lang="en-US" sz="1600" b="1" dirty="0">
                <a:solidFill>
                  <a:srgbClr val="FE682B"/>
                </a:solidFill>
                <a:latin typeface="Ubuntu" charset="0"/>
                <a:ea typeface="Ubuntu" charset="0"/>
                <a:cs typeface="Ubuntu" charset="0"/>
              </a:rPr>
              <a:t>STRENGTHS</a:t>
            </a:r>
          </a:p>
        </p:txBody>
      </p:sp>
      <p:pic>
        <p:nvPicPr>
          <p:cNvPr id="61" name="Picture 6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3883" y="2255679"/>
            <a:ext cx="653676" cy="653676"/>
          </a:xfrm>
          <a:prstGeom prst="rect">
            <a:avLst/>
          </a:prstGeom>
        </p:spPr>
      </p:pic>
      <p:sp>
        <p:nvSpPr>
          <p:cNvPr id="22" name="Freeform 21"/>
          <p:cNvSpPr/>
          <p:nvPr/>
        </p:nvSpPr>
        <p:spPr>
          <a:xfrm rot="5400000">
            <a:off x="5918058" y="2209713"/>
            <a:ext cx="2556553" cy="1444344"/>
          </a:xfrm>
          <a:custGeom>
            <a:avLst/>
            <a:gdLst>
              <a:gd name="connsiteX0" fmla="*/ 0 w 1168648"/>
              <a:gd name="connsiteY0" fmla="*/ 344965 h 689930"/>
              <a:gd name="connsiteX1" fmla="*/ 207407 w 1168648"/>
              <a:gd name="connsiteY1" fmla="*/ 0 h 689930"/>
              <a:gd name="connsiteX2" fmla="*/ 575737 w 1168648"/>
              <a:gd name="connsiteY2" fmla="*/ 0 h 689930"/>
              <a:gd name="connsiteX3" fmla="*/ 592911 w 1168648"/>
              <a:gd name="connsiteY3" fmla="*/ 0 h 689930"/>
              <a:gd name="connsiteX4" fmla="*/ 961241 w 1168648"/>
              <a:gd name="connsiteY4" fmla="*/ 0 h 689930"/>
              <a:gd name="connsiteX5" fmla="*/ 1168648 w 1168648"/>
              <a:gd name="connsiteY5" fmla="*/ 344965 h 689930"/>
              <a:gd name="connsiteX6" fmla="*/ 961241 w 1168648"/>
              <a:gd name="connsiteY6" fmla="*/ 689930 h 689930"/>
              <a:gd name="connsiteX7" fmla="*/ 592911 w 1168648"/>
              <a:gd name="connsiteY7" fmla="*/ 689930 h 689930"/>
              <a:gd name="connsiteX8" fmla="*/ 575737 w 1168648"/>
              <a:gd name="connsiteY8" fmla="*/ 689930 h 689930"/>
              <a:gd name="connsiteX9" fmla="*/ 207407 w 1168648"/>
              <a:gd name="connsiteY9" fmla="*/ 689930 h 68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648" h="689930">
                <a:moveTo>
                  <a:pt x="0" y="344965"/>
                </a:moveTo>
                <a:lnTo>
                  <a:pt x="207407" y="0"/>
                </a:lnTo>
                <a:lnTo>
                  <a:pt x="575737" y="0"/>
                </a:lnTo>
                <a:lnTo>
                  <a:pt x="592911" y="0"/>
                </a:lnTo>
                <a:lnTo>
                  <a:pt x="961241" y="0"/>
                </a:lnTo>
                <a:lnTo>
                  <a:pt x="1168648" y="344965"/>
                </a:lnTo>
                <a:lnTo>
                  <a:pt x="961241" y="689930"/>
                </a:lnTo>
                <a:lnTo>
                  <a:pt x="592911" y="689930"/>
                </a:lnTo>
                <a:lnTo>
                  <a:pt x="575737" y="689930"/>
                </a:lnTo>
                <a:lnTo>
                  <a:pt x="207407" y="689930"/>
                </a:lnTo>
                <a:close/>
              </a:path>
            </a:pathLst>
          </a:custGeom>
          <a:solidFill>
            <a:schemeClr val="bg1"/>
          </a:solidFill>
          <a:ln w="57150" cap="rnd">
            <a:solidFill>
              <a:srgbClr val="5C5FC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3" name="Hexagon 22"/>
          <p:cNvSpPr/>
          <p:nvPr/>
        </p:nvSpPr>
        <p:spPr>
          <a:xfrm rot="5400000">
            <a:off x="6514797" y="1906710"/>
            <a:ext cx="1363075" cy="1175065"/>
          </a:xfrm>
          <a:prstGeom prst="hexagon">
            <a:avLst>
              <a:gd name="adj" fmla="val 30062"/>
              <a:gd name="vf" fmla="val 115470"/>
            </a:avLst>
          </a:prstGeom>
          <a:solidFill>
            <a:srgbClr val="5C5FC8"/>
          </a:solidFill>
          <a:ln w="57150" cap="rnd">
            <a:solidFill>
              <a:srgbClr val="5C5FC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0" name="TextBox 29"/>
          <p:cNvSpPr txBox="1"/>
          <p:nvPr/>
        </p:nvSpPr>
        <p:spPr>
          <a:xfrm>
            <a:off x="6266534" y="4639503"/>
            <a:ext cx="1940764" cy="1384995"/>
          </a:xfrm>
          <a:prstGeom prst="rect">
            <a:avLst/>
          </a:prstGeom>
          <a:noFill/>
        </p:spPr>
        <p:txBody>
          <a:bodyPr wrap="square" rtlCol="0">
            <a:spAutoFit/>
          </a:bodyPr>
          <a:lstStyle/>
          <a:p>
            <a:pPr marL="171450" indent="-171450">
              <a:buFont typeface="Arial" panose="020B0604020202020204" pitchFamily="34" charset="0"/>
              <a:buChar char="•"/>
            </a:pPr>
            <a:r>
              <a:rPr lang="en-US" sz="1200" dirty="0">
                <a:ea typeface="Ubuntu Light" charset="0"/>
                <a:cs typeface="Ubuntu Light" charset="0"/>
              </a:rPr>
              <a:t>Increasing consumer demand for digital payments.</a:t>
            </a:r>
          </a:p>
          <a:p>
            <a:pPr marL="171450" indent="-171450">
              <a:buFont typeface="Arial" panose="020B0604020202020204" pitchFamily="34" charset="0"/>
              <a:buChar char="•"/>
            </a:pPr>
            <a:r>
              <a:rPr lang="en-US" sz="1200" dirty="0">
                <a:ea typeface="Ubuntu Light" charset="0"/>
                <a:cs typeface="Ubuntu Light" charset="0"/>
              </a:rPr>
              <a:t>Transaction fees, in-app sales, and loyalty programs are new sources of revenue.</a:t>
            </a:r>
          </a:p>
        </p:txBody>
      </p:sp>
      <p:sp>
        <p:nvSpPr>
          <p:cNvPr id="37" name="TextBox 36"/>
          <p:cNvSpPr txBox="1"/>
          <p:nvPr/>
        </p:nvSpPr>
        <p:spPr>
          <a:xfrm>
            <a:off x="6200079" y="4315866"/>
            <a:ext cx="2007219" cy="338554"/>
          </a:xfrm>
          <a:prstGeom prst="rect">
            <a:avLst/>
          </a:prstGeom>
          <a:noFill/>
        </p:spPr>
        <p:txBody>
          <a:bodyPr wrap="square" rtlCol="0">
            <a:spAutoFit/>
          </a:bodyPr>
          <a:lstStyle/>
          <a:p>
            <a:pPr algn="ctr"/>
            <a:r>
              <a:rPr lang="en-US" sz="1600" b="1" dirty="0">
                <a:solidFill>
                  <a:srgbClr val="5C5FC8"/>
                </a:solidFill>
                <a:latin typeface="Ubuntu" charset="0"/>
                <a:ea typeface="Ubuntu" charset="0"/>
                <a:cs typeface="Ubuntu" charset="0"/>
              </a:rPr>
              <a:t>OPPORTUNITIES</a:t>
            </a:r>
          </a:p>
        </p:txBody>
      </p:sp>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2783" y="2274070"/>
            <a:ext cx="616895" cy="616895"/>
          </a:xfrm>
          <a:prstGeom prst="rect">
            <a:avLst/>
          </a:prstGeom>
        </p:spPr>
      </p:pic>
      <p:sp>
        <p:nvSpPr>
          <p:cNvPr id="24" name="Freeform 23"/>
          <p:cNvSpPr/>
          <p:nvPr/>
        </p:nvSpPr>
        <p:spPr>
          <a:xfrm rot="5400000">
            <a:off x="3721206" y="2219545"/>
            <a:ext cx="2556553" cy="1444344"/>
          </a:xfrm>
          <a:custGeom>
            <a:avLst/>
            <a:gdLst>
              <a:gd name="connsiteX0" fmla="*/ 0 w 1168648"/>
              <a:gd name="connsiteY0" fmla="*/ 344965 h 689930"/>
              <a:gd name="connsiteX1" fmla="*/ 207407 w 1168648"/>
              <a:gd name="connsiteY1" fmla="*/ 0 h 689930"/>
              <a:gd name="connsiteX2" fmla="*/ 575737 w 1168648"/>
              <a:gd name="connsiteY2" fmla="*/ 0 h 689930"/>
              <a:gd name="connsiteX3" fmla="*/ 592911 w 1168648"/>
              <a:gd name="connsiteY3" fmla="*/ 0 h 689930"/>
              <a:gd name="connsiteX4" fmla="*/ 961241 w 1168648"/>
              <a:gd name="connsiteY4" fmla="*/ 0 h 689930"/>
              <a:gd name="connsiteX5" fmla="*/ 1168648 w 1168648"/>
              <a:gd name="connsiteY5" fmla="*/ 344965 h 689930"/>
              <a:gd name="connsiteX6" fmla="*/ 961241 w 1168648"/>
              <a:gd name="connsiteY6" fmla="*/ 689930 h 689930"/>
              <a:gd name="connsiteX7" fmla="*/ 592911 w 1168648"/>
              <a:gd name="connsiteY7" fmla="*/ 689930 h 689930"/>
              <a:gd name="connsiteX8" fmla="*/ 575737 w 1168648"/>
              <a:gd name="connsiteY8" fmla="*/ 689930 h 689930"/>
              <a:gd name="connsiteX9" fmla="*/ 207407 w 1168648"/>
              <a:gd name="connsiteY9" fmla="*/ 689930 h 68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648" h="689930">
                <a:moveTo>
                  <a:pt x="0" y="344965"/>
                </a:moveTo>
                <a:lnTo>
                  <a:pt x="207407" y="0"/>
                </a:lnTo>
                <a:lnTo>
                  <a:pt x="575737" y="0"/>
                </a:lnTo>
                <a:lnTo>
                  <a:pt x="592911" y="0"/>
                </a:lnTo>
                <a:lnTo>
                  <a:pt x="961241" y="0"/>
                </a:lnTo>
                <a:lnTo>
                  <a:pt x="1168648" y="344965"/>
                </a:lnTo>
                <a:lnTo>
                  <a:pt x="961241" y="689930"/>
                </a:lnTo>
                <a:lnTo>
                  <a:pt x="592911" y="689930"/>
                </a:lnTo>
                <a:lnTo>
                  <a:pt x="575737" y="689930"/>
                </a:lnTo>
                <a:lnTo>
                  <a:pt x="207407" y="689930"/>
                </a:lnTo>
                <a:close/>
              </a:path>
            </a:pathLst>
          </a:custGeom>
          <a:solidFill>
            <a:schemeClr val="bg1"/>
          </a:solidFill>
          <a:ln w="57150" cap="rnd">
            <a:solidFill>
              <a:srgbClr val="FFA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5" name="Hexagon 24"/>
          <p:cNvSpPr/>
          <p:nvPr/>
        </p:nvSpPr>
        <p:spPr>
          <a:xfrm rot="5400000">
            <a:off x="4317945" y="1926374"/>
            <a:ext cx="1363075" cy="1175065"/>
          </a:xfrm>
          <a:prstGeom prst="hexagon">
            <a:avLst>
              <a:gd name="adj" fmla="val 30062"/>
              <a:gd name="vf" fmla="val 115470"/>
            </a:avLst>
          </a:prstGeom>
          <a:solidFill>
            <a:srgbClr val="FFA000"/>
          </a:solidFill>
          <a:ln w="57150" cap="rnd">
            <a:solidFill>
              <a:srgbClr val="FFA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9" name="TextBox 28"/>
          <p:cNvSpPr txBox="1"/>
          <p:nvPr/>
        </p:nvSpPr>
        <p:spPr>
          <a:xfrm>
            <a:off x="4001730" y="4639501"/>
            <a:ext cx="2094269" cy="1384995"/>
          </a:xfrm>
          <a:prstGeom prst="rect">
            <a:avLst/>
          </a:prstGeom>
          <a:noFill/>
        </p:spPr>
        <p:txBody>
          <a:bodyPr wrap="square" rtlCol="0">
            <a:spAutoFit/>
          </a:bodyPr>
          <a:lstStyle/>
          <a:p>
            <a:pPr marL="171450" indent="-171450">
              <a:buFont typeface="Arial" panose="020B0604020202020204" pitchFamily="34" charset="0"/>
              <a:buChar char="•"/>
            </a:pPr>
            <a:r>
              <a:rPr lang="en-US" sz="1200" dirty="0">
                <a:ea typeface="Ubuntu Light" charset="0"/>
                <a:cs typeface="Ubuntu Light" charset="0"/>
              </a:rPr>
              <a:t>The lack of a mobile wallet causes a high 25% client churn rate.</a:t>
            </a:r>
          </a:p>
          <a:p>
            <a:pPr marL="171450" indent="-171450">
              <a:buFont typeface="Arial" panose="020B0604020202020204" pitchFamily="34" charset="0"/>
              <a:buChar char="•"/>
            </a:pPr>
            <a:r>
              <a:rPr lang="en-US" sz="1200" dirty="0">
                <a:ea typeface="Ubuntu Light" charset="0"/>
                <a:cs typeface="Ubuntu Light" charset="0"/>
              </a:rPr>
              <a:t>Mobile banking transactions raise security questions, which makes customers wary.</a:t>
            </a:r>
          </a:p>
        </p:txBody>
      </p:sp>
      <p:sp>
        <p:nvSpPr>
          <p:cNvPr id="38" name="TextBox 37"/>
          <p:cNvSpPr txBox="1"/>
          <p:nvPr/>
        </p:nvSpPr>
        <p:spPr>
          <a:xfrm>
            <a:off x="4141126" y="4320613"/>
            <a:ext cx="1716713" cy="338554"/>
          </a:xfrm>
          <a:prstGeom prst="rect">
            <a:avLst/>
          </a:prstGeom>
          <a:noFill/>
        </p:spPr>
        <p:txBody>
          <a:bodyPr wrap="square" rtlCol="0">
            <a:spAutoFit/>
          </a:bodyPr>
          <a:lstStyle/>
          <a:p>
            <a:pPr algn="ctr"/>
            <a:r>
              <a:rPr lang="en-US" sz="1600" b="1" dirty="0">
                <a:solidFill>
                  <a:srgbClr val="FFA000"/>
                </a:solidFill>
                <a:latin typeface="Ubuntu" charset="0"/>
                <a:ea typeface="Ubuntu" charset="0"/>
                <a:cs typeface="Ubuntu" charset="0"/>
              </a:rPr>
              <a:t>WEAKNESSES</a:t>
            </a:r>
          </a:p>
        </p:txBody>
      </p:sp>
      <p:pic>
        <p:nvPicPr>
          <p:cNvPr id="63" name="Picture 6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31244" y="2295837"/>
            <a:ext cx="536475" cy="536475"/>
          </a:xfrm>
          <a:prstGeom prst="rect">
            <a:avLst/>
          </a:prstGeom>
        </p:spPr>
      </p:pic>
      <p:sp>
        <p:nvSpPr>
          <p:cNvPr id="21" name="Freeform 20"/>
          <p:cNvSpPr/>
          <p:nvPr/>
        </p:nvSpPr>
        <p:spPr>
          <a:xfrm rot="5400000">
            <a:off x="8114910" y="2101557"/>
            <a:ext cx="2556553" cy="1444344"/>
          </a:xfrm>
          <a:custGeom>
            <a:avLst/>
            <a:gdLst>
              <a:gd name="connsiteX0" fmla="*/ 0 w 1168648"/>
              <a:gd name="connsiteY0" fmla="*/ 344965 h 689930"/>
              <a:gd name="connsiteX1" fmla="*/ 207407 w 1168648"/>
              <a:gd name="connsiteY1" fmla="*/ 0 h 689930"/>
              <a:gd name="connsiteX2" fmla="*/ 575737 w 1168648"/>
              <a:gd name="connsiteY2" fmla="*/ 0 h 689930"/>
              <a:gd name="connsiteX3" fmla="*/ 592911 w 1168648"/>
              <a:gd name="connsiteY3" fmla="*/ 0 h 689930"/>
              <a:gd name="connsiteX4" fmla="*/ 961241 w 1168648"/>
              <a:gd name="connsiteY4" fmla="*/ 0 h 689930"/>
              <a:gd name="connsiteX5" fmla="*/ 1168648 w 1168648"/>
              <a:gd name="connsiteY5" fmla="*/ 344965 h 689930"/>
              <a:gd name="connsiteX6" fmla="*/ 961241 w 1168648"/>
              <a:gd name="connsiteY6" fmla="*/ 689930 h 689930"/>
              <a:gd name="connsiteX7" fmla="*/ 592911 w 1168648"/>
              <a:gd name="connsiteY7" fmla="*/ 689930 h 689930"/>
              <a:gd name="connsiteX8" fmla="*/ 575737 w 1168648"/>
              <a:gd name="connsiteY8" fmla="*/ 689930 h 689930"/>
              <a:gd name="connsiteX9" fmla="*/ 207407 w 1168648"/>
              <a:gd name="connsiteY9" fmla="*/ 689930 h 68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648" h="689930">
                <a:moveTo>
                  <a:pt x="0" y="344965"/>
                </a:moveTo>
                <a:lnTo>
                  <a:pt x="207407" y="0"/>
                </a:lnTo>
                <a:lnTo>
                  <a:pt x="575737" y="0"/>
                </a:lnTo>
                <a:lnTo>
                  <a:pt x="592911" y="0"/>
                </a:lnTo>
                <a:lnTo>
                  <a:pt x="961241" y="0"/>
                </a:lnTo>
                <a:lnTo>
                  <a:pt x="1168648" y="344965"/>
                </a:lnTo>
                <a:lnTo>
                  <a:pt x="961241" y="689930"/>
                </a:lnTo>
                <a:lnTo>
                  <a:pt x="592911" y="689930"/>
                </a:lnTo>
                <a:lnTo>
                  <a:pt x="575737" y="689930"/>
                </a:lnTo>
                <a:lnTo>
                  <a:pt x="207407" y="689930"/>
                </a:lnTo>
                <a:close/>
              </a:path>
            </a:pathLst>
          </a:custGeom>
          <a:solidFill>
            <a:schemeClr val="bg1"/>
          </a:solidFill>
          <a:ln w="57150" cap="rnd">
            <a:solidFill>
              <a:srgbClr val="B3D44A"/>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 name="Hexagon 4"/>
          <p:cNvSpPr/>
          <p:nvPr/>
        </p:nvSpPr>
        <p:spPr>
          <a:xfrm rot="5400000">
            <a:off x="8711649" y="1798555"/>
            <a:ext cx="1363075" cy="1175065"/>
          </a:xfrm>
          <a:prstGeom prst="hexagon">
            <a:avLst>
              <a:gd name="adj" fmla="val 30062"/>
              <a:gd name="vf" fmla="val 115470"/>
            </a:avLst>
          </a:prstGeom>
          <a:solidFill>
            <a:srgbClr val="B3D44A"/>
          </a:solidFill>
          <a:ln w="57150" cap="rnd">
            <a:solidFill>
              <a:srgbClr val="B3D44A"/>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1" name="TextBox 30"/>
          <p:cNvSpPr txBox="1"/>
          <p:nvPr/>
        </p:nvSpPr>
        <p:spPr>
          <a:xfrm>
            <a:off x="8396932" y="4560843"/>
            <a:ext cx="2094269" cy="1569660"/>
          </a:xfrm>
          <a:prstGeom prst="rect">
            <a:avLst/>
          </a:prstGeom>
          <a:noFill/>
        </p:spPr>
        <p:txBody>
          <a:bodyPr wrap="square" rtlCol="0">
            <a:spAutoFit/>
          </a:bodyPr>
          <a:lstStyle/>
          <a:p>
            <a:pPr marL="171450" indent="-171450">
              <a:buFont typeface="Arial" panose="020B0604020202020204" pitchFamily="34" charset="0"/>
              <a:buChar char="•"/>
            </a:pPr>
            <a:r>
              <a:rPr lang="en-US" sz="1200" dirty="0">
                <a:ea typeface="Ubuntu Light" charset="0"/>
                <a:cs typeface="Ubuntu Light" charset="0"/>
              </a:rPr>
              <a:t>Intense competition between large telecom companies like Bell and Rogers.</a:t>
            </a:r>
          </a:p>
          <a:p>
            <a:pPr marL="171450" indent="-171450">
              <a:buFont typeface="Arial" panose="020B0604020202020204" pitchFamily="34" charset="0"/>
              <a:buChar char="•"/>
            </a:pPr>
            <a:r>
              <a:rPr lang="en-US" sz="1200" dirty="0">
                <a:ea typeface="Ubuntu Light" charset="0"/>
                <a:cs typeface="Ubuntu Light" charset="0"/>
              </a:rPr>
              <a:t>Concerns about customer trust and regulatory risks in mobile banking services.</a:t>
            </a:r>
          </a:p>
        </p:txBody>
      </p:sp>
      <p:sp>
        <p:nvSpPr>
          <p:cNvPr id="39" name="TextBox 38"/>
          <p:cNvSpPr txBox="1"/>
          <p:nvPr/>
        </p:nvSpPr>
        <p:spPr>
          <a:xfrm>
            <a:off x="8534829" y="4256875"/>
            <a:ext cx="1716713" cy="338554"/>
          </a:xfrm>
          <a:prstGeom prst="rect">
            <a:avLst/>
          </a:prstGeom>
          <a:noFill/>
        </p:spPr>
        <p:txBody>
          <a:bodyPr wrap="square" rtlCol="0">
            <a:spAutoFit/>
          </a:bodyPr>
          <a:lstStyle/>
          <a:p>
            <a:pPr algn="ctr"/>
            <a:r>
              <a:rPr lang="en-US" sz="1600" b="1" dirty="0">
                <a:solidFill>
                  <a:srgbClr val="B3D44A"/>
                </a:solidFill>
                <a:latin typeface="Ubuntu" charset="0"/>
                <a:ea typeface="Ubuntu" charset="0"/>
                <a:cs typeface="Ubuntu" charset="0"/>
              </a:rPr>
              <a:t>THREATS</a:t>
            </a:r>
          </a:p>
        </p:txBody>
      </p:sp>
      <p:pic>
        <p:nvPicPr>
          <p:cNvPr id="64" name="Picture 6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79243" y="2296971"/>
            <a:ext cx="578091" cy="578091"/>
          </a:xfrm>
          <a:prstGeom prst="rect">
            <a:avLst/>
          </a:prstGeom>
        </p:spPr>
      </p:pic>
      <p:sp>
        <p:nvSpPr>
          <p:cNvPr id="78" name="Freeform 77"/>
          <p:cNvSpPr/>
          <p:nvPr/>
        </p:nvSpPr>
        <p:spPr>
          <a:xfrm rot="5400000">
            <a:off x="4615474" y="3082736"/>
            <a:ext cx="768023" cy="1175065"/>
          </a:xfrm>
          <a:custGeom>
            <a:avLst/>
            <a:gdLst>
              <a:gd name="connsiteX0" fmla="*/ 0 w 654535"/>
              <a:gd name="connsiteY0" fmla="*/ 1001430 h 1001430"/>
              <a:gd name="connsiteX1" fmla="*/ 301050 w 654535"/>
              <a:gd name="connsiteY1" fmla="*/ 500715 h 1001430"/>
              <a:gd name="connsiteX2" fmla="*/ 0 w 654535"/>
              <a:gd name="connsiteY2" fmla="*/ 0 h 1001430"/>
              <a:gd name="connsiteX3" fmla="*/ 353485 w 654535"/>
              <a:gd name="connsiteY3" fmla="*/ 0 h 1001430"/>
              <a:gd name="connsiteX4" fmla="*/ 654535 w 654535"/>
              <a:gd name="connsiteY4" fmla="*/ 500715 h 1001430"/>
              <a:gd name="connsiteX5" fmla="*/ 353485 w 654535"/>
              <a:gd name="connsiteY5" fmla="*/ 1001430 h 1001430"/>
              <a:gd name="connsiteX6" fmla="*/ 0 w 654535"/>
              <a:gd name="connsiteY6" fmla="*/ 1001430 h 100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535" h="1001430">
                <a:moveTo>
                  <a:pt x="0" y="1001430"/>
                </a:moveTo>
                <a:lnTo>
                  <a:pt x="301050" y="500715"/>
                </a:lnTo>
                <a:lnTo>
                  <a:pt x="0" y="0"/>
                </a:lnTo>
                <a:lnTo>
                  <a:pt x="353485" y="0"/>
                </a:lnTo>
                <a:lnTo>
                  <a:pt x="654535" y="500715"/>
                </a:lnTo>
                <a:lnTo>
                  <a:pt x="353485" y="1001430"/>
                </a:lnTo>
                <a:lnTo>
                  <a:pt x="0" y="1001430"/>
                </a:lnTo>
                <a:close/>
              </a:path>
            </a:pathLst>
          </a:custGeom>
          <a:solidFill>
            <a:srgbClr val="FFA000"/>
          </a:solidFill>
          <a:ln w="57150" cap="sq">
            <a:solidFill>
              <a:srgbClr val="FFA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0" name="Freeform 79"/>
          <p:cNvSpPr/>
          <p:nvPr/>
        </p:nvSpPr>
        <p:spPr>
          <a:xfrm rot="5400000">
            <a:off x="6807334" y="3033578"/>
            <a:ext cx="768023" cy="1175065"/>
          </a:xfrm>
          <a:custGeom>
            <a:avLst/>
            <a:gdLst>
              <a:gd name="connsiteX0" fmla="*/ 0 w 654535"/>
              <a:gd name="connsiteY0" fmla="*/ 1001430 h 1001430"/>
              <a:gd name="connsiteX1" fmla="*/ 301050 w 654535"/>
              <a:gd name="connsiteY1" fmla="*/ 500715 h 1001430"/>
              <a:gd name="connsiteX2" fmla="*/ 0 w 654535"/>
              <a:gd name="connsiteY2" fmla="*/ 0 h 1001430"/>
              <a:gd name="connsiteX3" fmla="*/ 353485 w 654535"/>
              <a:gd name="connsiteY3" fmla="*/ 0 h 1001430"/>
              <a:gd name="connsiteX4" fmla="*/ 654535 w 654535"/>
              <a:gd name="connsiteY4" fmla="*/ 500715 h 1001430"/>
              <a:gd name="connsiteX5" fmla="*/ 353485 w 654535"/>
              <a:gd name="connsiteY5" fmla="*/ 1001430 h 1001430"/>
              <a:gd name="connsiteX6" fmla="*/ 0 w 654535"/>
              <a:gd name="connsiteY6" fmla="*/ 1001430 h 100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535" h="1001430">
                <a:moveTo>
                  <a:pt x="0" y="1001430"/>
                </a:moveTo>
                <a:lnTo>
                  <a:pt x="301050" y="500715"/>
                </a:lnTo>
                <a:lnTo>
                  <a:pt x="0" y="0"/>
                </a:lnTo>
                <a:lnTo>
                  <a:pt x="353485" y="0"/>
                </a:lnTo>
                <a:lnTo>
                  <a:pt x="654535" y="500715"/>
                </a:lnTo>
                <a:lnTo>
                  <a:pt x="353485" y="1001430"/>
                </a:lnTo>
                <a:lnTo>
                  <a:pt x="0" y="1001430"/>
                </a:lnTo>
                <a:close/>
              </a:path>
            </a:pathLst>
          </a:custGeom>
          <a:solidFill>
            <a:srgbClr val="5C5FC8"/>
          </a:solidFill>
          <a:ln w="57150" cap="sq">
            <a:solidFill>
              <a:srgbClr val="5C5FC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1" name="Freeform 80"/>
          <p:cNvSpPr/>
          <p:nvPr/>
        </p:nvSpPr>
        <p:spPr>
          <a:xfrm rot="5400000">
            <a:off x="9009174" y="2935257"/>
            <a:ext cx="768023" cy="1175065"/>
          </a:xfrm>
          <a:custGeom>
            <a:avLst/>
            <a:gdLst>
              <a:gd name="connsiteX0" fmla="*/ 0 w 654535"/>
              <a:gd name="connsiteY0" fmla="*/ 1001430 h 1001430"/>
              <a:gd name="connsiteX1" fmla="*/ 301050 w 654535"/>
              <a:gd name="connsiteY1" fmla="*/ 500715 h 1001430"/>
              <a:gd name="connsiteX2" fmla="*/ 0 w 654535"/>
              <a:gd name="connsiteY2" fmla="*/ 0 h 1001430"/>
              <a:gd name="connsiteX3" fmla="*/ 353485 w 654535"/>
              <a:gd name="connsiteY3" fmla="*/ 0 h 1001430"/>
              <a:gd name="connsiteX4" fmla="*/ 654535 w 654535"/>
              <a:gd name="connsiteY4" fmla="*/ 500715 h 1001430"/>
              <a:gd name="connsiteX5" fmla="*/ 353485 w 654535"/>
              <a:gd name="connsiteY5" fmla="*/ 1001430 h 1001430"/>
              <a:gd name="connsiteX6" fmla="*/ 0 w 654535"/>
              <a:gd name="connsiteY6" fmla="*/ 1001430 h 100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535" h="1001430">
                <a:moveTo>
                  <a:pt x="0" y="1001430"/>
                </a:moveTo>
                <a:lnTo>
                  <a:pt x="301050" y="500715"/>
                </a:lnTo>
                <a:lnTo>
                  <a:pt x="0" y="0"/>
                </a:lnTo>
                <a:lnTo>
                  <a:pt x="353485" y="0"/>
                </a:lnTo>
                <a:lnTo>
                  <a:pt x="654535" y="500715"/>
                </a:lnTo>
                <a:lnTo>
                  <a:pt x="353485" y="1001430"/>
                </a:lnTo>
                <a:lnTo>
                  <a:pt x="0" y="1001430"/>
                </a:lnTo>
                <a:close/>
              </a:path>
            </a:pathLst>
          </a:custGeom>
          <a:solidFill>
            <a:srgbClr val="B3D44A"/>
          </a:solidFill>
          <a:ln w="57150" cap="sq">
            <a:solidFill>
              <a:srgbClr val="B3D44A"/>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2" name="Freeform 81"/>
          <p:cNvSpPr/>
          <p:nvPr/>
        </p:nvSpPr>
        <p:spPr>
          <a:xfrm rot="5400000">
            <a:off x="2416711" y="3063076"/>
            <a:ext cx="768023" cy="1175065"/>
          </a:xfrm>
          <a:custGeom>
            <a:avLst/>
            <a:gdLst>
              <a:gd name="connsiteX0" fmla="*/ 0 w 654535"/>
              <a:gd name="connsiteY0" fmla="*/ 1001430 h 1001430"/>
              <a:gd name="connsiteX1" fmla="*/ 301050 w 654535"/>
              <a:gd name="connsiteY1" fmla="*/ 500715 h 1001430"/>
              <a:gd name="connsiteX2" fmla="*/ 0 w 654535"/>
              <a:gd name="connsiteY2" fmla="*/ 0 h 1001430"/>
              <a:gd name="connsiteX3" fmla="*/ 353485 w 654535"/>
              <a:gd name="connsiteY3" fmla="*/ 0 h 1001430"/>
              <a:gd name="connsiteX4" fmla="*/ 654535 w 654535"/>
              <a:gd name="connsiteY4" fmla="*/ 500715 h 1001430"/>
              <a:gd name="connsiteX5" fmla="*/ 353485 w 654535"/>
              <a:gd name="connsiteY5" fmla="*/ 1001430 h 1001430"/>
              <a:gd name="connsiteX6" fmla="*/ 0 w 654535"/>
              <a:gd name="connsiteY6" fmla="*/ 1001430 h 100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535" h="1001430">
                <a:moveTo>
                  <a:pt x="0" y="1001430"/>
                </a:moveTo>
                <a:lnTo>
                  <a:pt x="301050" y="500715"/>
                </a:lnTo>
                <a:lnTo>
                  <a:pt x="0" y="0"/>
                </a:lnTo>
                <a:lnTo>
                  <a:pt x="353485" y="0"/>
                </a:lnTo>
                <a:lnTo>
                  <a:pt x="654535" y="500715"/>
                </a:lnTo>
                <a:lnTo>
                  <a:pt x="353485" y="1001430"/>
                </a:lnTo>
                <a:lnTo>
                  <a:pt x="0" y="1001430"/>
                </a:lnTo>
                <a:close/>
              </a:path>
            </a:pathLst>
          </a:custGeom>
          <a:solidFill>
            <a:srgbClr val="FE682B"/>
          </a:solidFill>
          <a:ln w="57150" cap="sq">
            <a:solidFill>
              <a:srgbClr val="FE682B"/>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4" name="TextBox 83"/>
          <p:cNvSpPr txBox="1">
            <a:spLocks noChangeAspect="1"/>
          </p:cNvSpPr>
          <p:nvPr/>
        </p:nvSpPr>
        <p:spPr>
          <a:xfrm>
            <a:off x="2532488" y="3455309"/>
            <a:ext cx="536473" cy="536473"/>
          </a:xfrm>
          <a:prstGeom prst="ellipse">
            <a:avLst/>
          </a:prstGeom>
          <a:noFill/>
          <a:effectLst/>
        </p:spPr>
        <p:txBody>
          <a:bodyPr wrap="none" rtlCol="0" anchor="ctr">
            <a:noAutofit/>
          </a:bodyPr>
          <a:lstStyle/>
          <a:p>
            <a:pPr algn="ctr"/>
            <a:r>
              <a:rPr lang="en-US" sz="2133" b="1" dirty="0">
                <a:solidFill>
                  <a:schemeClr val="bg1"/>
                </a:solidFill>
                <a:latin typeface="Ubuntu" charset="0"/>
                <a:ea typeface="Ubuntu" charset="0"/>
                <a:cs typeface="Ubuntu" charset="0"/>
              </a:rPr>
              <a:t>S</a:t>
            </a:r>
          </a:p>
        </p:txBody>
      </p:sp>
      <p:sp>
        <p:nvSpPr>
          <p:cNvPr id="85" name="TextBox 84"/>
          <p:cNvSpPr txBox="1">
            <a:spLocks noChangeAspect="1"/>
          </p:cNvSpPr>
          <p:nvPr/>
        </p:nvSpPr>
        <p:spPr>
          <a:xfrm>
            <a:off x="6928098" y="3474973"/>
            <a:ext cx="536473" cy="536473"/>
          </a:xfrm>
          <a:prstGeom prst="ellipse">
            <a:avLst/>
          </a:prstGeom>
          <a:noFill/>
          <a:effectLst/>
        </p:spPr>
        <p:txBody>
          <a:bodyPr wrap="none" rtlCol="0" anchor="ctr">
            <a:noAutofit/>
          </a:bodyPr>
          <a:lstStyle/>
          <a:p>
            <a:pPr algn="ctr"/>
            <a:r>
              <a:rPr lang="en-US" sz="2133" b="1" dirty="0">
                <a:solidFill>
                  <a:schemeClr val="bg1"/>
                </a:solidFill>
                <a:latin typeface="Ubuntu" charset="0"/>
                <a:ea typeface="Ubuntu" charset="0"/>
                <a:cs typeface="Ubuntu" charset="0"/>
              </a:rPr>
              <a:t>O</a:t>
            </a:r>
          </a:p>
        </p:txBody>
      </p:sp>
      <p:sp>
        <p:nvSpPr>
          <p:cNvPr id="86" name="TextBox 85"/>
          <p:cNvSpPr txBox="1">
            <a:spLocks noChangeAspect="1"/>
          </p:cNvSpPr>
          <p:nvPr/>
        </p:nvSpPr>
        <p:spPr>
          <a:xfrm>
            <a:off x="4731246" y="3484805"/>
            <a:ext cx="536473" cy="536473"/>
          </a:xfrm>
          <a:prstGeom prst="ellipse">
            <a:avLst/>
          </a:prstGeom>
          <a:noFill/>
          <a:effectLst/>
        </p:spPr>
        <p:txBody>
          <a:bodyPr wrap="none" rtlCol="0" anchor="ctr">
            <a:noAutofit/>
          </a:bodyPr>
          <a:lstStyle/>
          <a:p>
            <a:pPr algn="ctr"/>
            <a:r>
              <a:rPr lang="en-US" sz="2133" b="1" dirty="0">
                <a:solidFill>
                  <a:schemeClr val="bg1"/>
                </a:solidFill>
                <a:latin typeface="Ubuntu" charset="0"/>
                <a:ea typeface="Ubuntu" charset="0"/>
                <a:cs typeface="Ubuntu" charset="0"/>
              </a:rPr>
              <a:t>W</a:t>
            </a:r>
          </a:p>
        </p:txBody>
      </p:sp>
      <p:sp>
        <p:nvSpPr>
          <p:cNvPr id="87" name="TextBox 86"/>
          <p:cNvSpPr txBox="1">
            <a:spLocks noChangeAspect="1"/>
          </p:cNvSpPr>
          <p:nvPr/>
        </p:nvSpPr>
        <p:spPr>
          <a:xfrm>
            <a:off x="9124949" y="3347146"/>
            <a:ext cx="536473" cy="536473"/>
          </a:xfrm>
          <a:prstGeom prst="ellipse">
            <a:avLst/>
          </a:prstGeom>
          <a:noFill/>
          <a:effectLst/>
        </p:spPr>
        <p:txBody>
          <a:bodyPr wrap="square" rtlCol="0" anchor="ctr">
            <a:noAutofit/>
          </a:bodyPr>
          <a:lstStyle/>
          <a:p>
            <a:pPr algn="ctr"/>
            <a:r>
              <a:rPr lang="en-US" sz="2133" b="1" dirty="0">
                <a:solidFill>
                  <a:schemeClr val="bg1"/>
                </a:solidFill>
                <a:latin typeface="Ubuntu" charset="0"/>
                <a:ea typeface="Ubuntu" charset="0"/>
                <a:cs typeface="Ubuntu" charset="0"/>
              </a:rPr>
              <a:t>T</a:t>
            </a:r>
          </a:p>
        </p:txBody>
      </p:sp>
      <p:sp>
        <p:nvSpPr>
          <p:cNvPr id="88" name="TextBox 87"/>
          <p:cNvSpPr txBox="1"/>
          <p:nvPr/>
        </p:nvSpPr>
        <p:spPr>
          <a:xfrm>
            <a:off x="2744183" y="586925"/>
            <a:ext cx="6703636" cy="769441"/>
          </a:xfrm>
          <a:prstGeom prst="rect">
            <a:avLst/>
          </a:prstGeom>
          <a:noFill/>
        </p:spPr>
        <p:txBody>
          <a:bodyPr wrap="square" rtlCol="0">
            <a:spAutoFit/>
          </a:bodyPr>
          <a:lstStyle/>
          <a:p>
            <a:pPr algn="ctr"/>
            <a:r>
              <a:rPr lang="en-US" sz="4400" b="1" dirty="0">
                <a:latin typeface="Footlight MT Light "/>
                <a:ea typeface="Ubuntu" charset="0"/>
                <a:cs typeface="Ubuntu" charset="0"/>
              </a:rPr>
              <a:t>SWOT ANALYSIS</a:t>
            </a:r>
          </a:p>
        </p:txBody>
      </p:sp>
      <p:sp>
        <p:nvSpPr>
          <p:cNvPr id="3" name="Slide Number Placeholder 2">
            <a:extLst>
              <a:ext uri="{FF2B5EF4-FFF2-40B4-BE49-F238E27FC236}">
                <a16:creationId xmlns:a16="http://schemas.microsoft.com/office/drawing/2014/main" id="{19B4AEC1-CCED-E42F-3A14-A32E1546BE37}"/>
              </a:ext>
            </a:extLst>
          </p:cNvPr>
          <p:cNvSpPr>
            <a:spLocks noGrp="1"/>
          </p:cNvSpPr>
          <p:nvPr>
            <p:ph type="sldNum" sz="quarter" idx="12"/>
          </p:nvPr>
        </p:nvSpPr>
        <p:spPr/>
        <p:txBody>
          <a:bodyPr/>
          <a:lstStyle/>
          <a:p>
            <a:fld id="{273BAE12-D270-459D-897B-6833652BB167}" type="slidenum">
              <a:rPr lang="en-US" smtClean="0"/>
              <a:t>7</a:t>
            </a:fld>
            <a:endParaRPr lang="en-US" dirty="0"/>
          </a:p>
        </p:txBody>
      </p:sp>
    </p:spTree>
    <p:extLst>
      <p:ext uri="{BB962C8B-B14F-4D97-AF65-F5344CB8AC3E}">
        <p14:creationId xmlns:p14="http://schemas.microsoft.com/office/powerpoint/2010/main" val="1574700356"/>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A27E5FB8-201A-AA25-A015-ED43E4ED6BD5}"/>
              </a:ext>
            </a:extLst>
          </p:cNvPr>
          <p:cNvGrpSpPr/>
          <p:nvPr/>
        </p:nvGrpSpPr>
        <p:grpSpPr>
          <a:xfrm>
            <a:off x="-1" y="1466714"/>
            <a:ext cx="12192002" cy="4727785"/>
            <a:chOff x="-1" y="1333364"/>
            <a:chExt cx="12192002" cy="4727785"/>
          </a:xfrm>
        </p:grpSpPr>
        <p:sp>
          <p:nvSpPr>
            <p:cNvPr id="39" name="Freeform 5">
              <a:extLst>
                <a:ext uri="{FF2B5EF4-FFF2-40B4-BE49-F238E27FC236}">
                  <a16:creationId xmlns:a16="http://schemas.microsoft.com/office/drawing/2014/main" id="{5FEBBBAF-A821-3348-7D56-A9A5AC7F925E}"/>
                </a:ext>
              </a:extLst>
            </p:cNvPr>
            <p:cNvSpPr>
              <a:spLocks/>
            </p:cNvSpPr>
            <p:nvPr/>
          </p:nvSpPr>
          <p:spPr bwMode="auto">
            <a:xfrm>
              <a:off x="3913188" y="1717748"/>
              <a:ext cx="2008188" cy="2020888"/>
            </a:xfrm>
            <a:custGeom>
              <a:avLst/>
              <a:gdLst>
                <a:gd name="T0" fmla="*/ 55 w 172"/>
                <a:gd name="T1" fmla="*/ 173 h 173"/>
                <a:gd name="T2" fmla="*/ 0 w 172"/>
                <a:gd name="T3" fmla="*/ 173 h 173"/>
                <a:gd name="T4" fmla="*/ 172 w 172"/>
                <a:gd name="T5" fmla="*/ 0 h 173"/>
                <a:gd name="T6" fmla="*/ 172 w 172"/>
                <a:gd name="T7" fmla="*/ 55 h 173"/>
                <a:gd name="T8" fmla="*/ 55 w 172"/>
                <a:gd name="T9" fmla="*/ 173 h 173"/>
              </a:gdLst>
              <a:ahLst/>
              <a:cxnLst>
                <a:cxn ang="0">
                  <a:pos x="T0" y="T1"/>
                </a:cxn>
                <a:cxn ang="0">
                  <a:pos x="T2" y="T3"/>
                </a:cxn>
                <a:cxn ang="0">
                  <a:pos x="T4" y="T5"/>
                </a:cxn>
                <a:cxn ang="0">
                  <a:pos x="T6" y="T7"/>
                </a:cxn>
                <a:cxn ang="0">
                  <a:pos x="T8" y="T9"/>
                </a:cxn>
              </a:cxnLst>
              <a:rect l="0" t="0" r="r" b="b"/>
              <a:pathLst>
                <a:path w="172" h="173">
                  <a:moveTo>
                    <a:pt x="55" y="173"/>
                  </a:moveTo>
                  <a:cubicBezTo>
                    <a:pt x="0" y="173"/>
                    <a:pt x="0" y="173"/>
                    <a:pt x="0" y="173"/>
                  </a:cubicBezTo>
                  <a:cubicBezTo>
                    <a:pt x="7" y="80"/>
                    <a:pt x="80" y="7"/>
                    <a:pt x="172" y="0"/>
                  </a:cubicBezTo>
                  <a:cubicBezTo>
                    <a:pt x="172" y="55"/>
                    <a:pt x="172" y="55"/>
                    <a:pt x="172" y="55"/>
                  </a:cubicBezTo>
                  <a:cubicBezTo>
                    <a:pt x="110" y="61"/>
                    <a:pt x="61" y="111"/>
                    <a:pt x="55" y="173"/>
                  </a:cubicBezTo>
                  <a:close/>
                </a:path>
              </a:pathLst>
            </a:custGeom>
            <a:solidFill>
              <a:schemeClr val="accent6"/>
            </a:solidFill>
            <a:ln>
              <a:noFill/>
            </a:ln>
            <a:effectLst/>
          </p:spPr>
          <p:txBody>
            <a:bodyPr vert="horz" wrap="square" lIns="91440" tIns="45720" rIns="91440" bIns="45720" numCol="1" anchor="t" anchorCtr="0" compatLnSpc="1">
              <a:prstTxWarp prst="textNoShape">
                <a:avLst/>
              </a:prstTxWarp>
            </a:bodyPr>
            <a:lstStyle/>
            <a:p>
              <a:endParaRPr lang="en-US" dirty="0"/>
            </a:p>
          </p:txBody>
        </p:sp>
        <p:sp>
          <p:nvSpPr>
            <p:cNvPr id="40" name="Freeform 6">
              <a:extLst>
                <a:ext uri="{FF2B5EF4-FFF2-40B4-BE49-F238E27FC236}">
                  <a16:creationId xmlns:a16="http://schemas.microsoft.com/office/drawing/2014/main" id="{6145DEA1-2AAD-CD6B-ECCC-4D3A6290826D}"/>
                </a:ext>
              </a:extLst>
            </p:cNvPr>
            <p:cNvSpPr>
              <a:spLocks/>
            </p:cNvSpPr>
            <p:nvPr/>
          </p:nvSpPr>
          <p:spPr bwMode="auto">
            <a:xfrm>
              <a:off x="6235700" y="4052961"/>
              <a:ext cx="2020888" cy="2008188"/>
            </a:xfrm>
            <a:custGeom>
              <a:avLst/>
              <a:gdLst>
                <a:gd name="T0" fmla="*/ 118 w 173"/>
                <a:gd name="T1" fmla="*/ 0 h 172"/>
                <a:gd name="T2" fmla="*/ 173 w 173"/>
                <a:gd name="T3" fmla="*/ 0 h 172"/>
                <a:gd name="T4" fmla="*/ 0 w 173"/>
                <a:gd name="T5" fmla="*/ 172 h 172"/>
                <a:gd name="T6" fmla="*/ 0 w 173"/>
                <a:gd name="T7" fmla="*/ 117 h 172"/>
                <a:gd name="T8" fmla="*/ 118 w 173"/>
                <a:gd name="T9" fmla="*/ 0 h 172"/>
              </a:gdLst>
              <a:ahLst/>
              <a:cxnLst>
                <a:cxn ang="0">
                  <a:pos x="T0" y="T1"/>
                </a:cxn>
                <a:cxn ang="0">
                  <a:pos x="T2" y="T3"/>
                </a:cxn>
                <a:cxn ang="0">
                  <a:pos x="T4" y="T5"/>
                </a:cxn>
                <a:cxn ang="0">
                  <a:pos x="T6" y="T7"/>
                </a:cxn>
                <a:cxn ang="0">
                  <a:pos x="T8" y="T9"/>
                </a:cxn>
              </a:cxnLst>
              <a:rect l="0" t="0" r="r" b="b"/>
              <a:pathLst>
                <a:path w="173" h="172">
                  <a:moveTo>
                    <a:pt x="118" y="0"/>
                  </a:moveTo>
                  <a:cubicBezTo>
                    <a:pt x="173" y="0"/>
                    <a:pt x="173" y="0"/>
                    <a:pt x="173" y="0"/>
                  </a:cubicBezTo>
                  <a:cubicBezTo>
                    <a:pt x="166" y="92"/>
                    <a:pt x="93" y="166"/>
                    <a:pt x="0" y="172"/>
                  </a:cubicBezTo>
                  <a:cubicBezTo>
                    <a:pt x="0" y="117"/>
                    <a:pt x="0" y="117"/>
                    <a:pt x="0" y="117"/>
                  </a:cubicBezTo>
                  <a:cubicBezTo>
                    <a:pt x="62" y="111"/>
                    <a:pt x="112" y="62"/>
                    <a:pt x="118" y="0"/>
                  </a:cubicBezTo>
                  <a:close/>
                </a:path>
              </a:pathLst>
            </a:custGeom>
            <a:solidFill>
              <a:schemeClr val="accent2"/>
            </a:solidFill>
            <a:ln>
              <a:noFill/>
            </a:ln>
            <a:effectLst/>
          </p:spPr>
          <p:txBody>
            <a:bodyPr vert="horz" wrap="square" lIns="91440" tIns="45720" rIns="91440" bIns="45720" numCol="1" anchor="t" anchorCtr="0" compatLnSpc="1">
              <a:prstTxWarp prst="textNoShape">
                <a:avLst/>
              </a:prstTxWarp>
            </a:bodyPr>
            <a:lstStyle/>
            <a:p>
              <a:endParaRPr lang="en-US" dirty="0"/>
            </a:p>
          </p:txBody>
        </p:sp>
        <p:sp>
          <p:nvSpPr>
            <p:cNvPr id="41" name="Freeform 7">
              <a:extLst>
                <a:ext uri="{FF2B5EF4-FFF2-40B4-BE49-F238E27FC236}">
                  <a16:creationId xmlns:a16="http://schemas.microsoft.com/office/drawing/2014/main" id="{7527A648-8E5E-2204-DF83-B527DE26EC89}"/>
                </a:ext>
              </a:extLst>
            </p:cNvPr>
            <p:cNvSpPr>
              <a:spLocks/>
            </p:cNvSpPr>
            <p:nvPr/>
          </p:nvSpPr>
          <p:spPr bwMode="auto">
            <a:xfrm>
              <a:off x="3913188" y="4052961"/>
              <a:ext cx="2008188" cy="2008188"/>
            </a:xfrm>
            <a:custGeom>
              <a:avLst/>
              <a:gdLst>
                <a:gd name="T0" fmla="*/ 172 w 172"/>
                <a:gd name="T1" fmla="*/ 117 h 172"/>
                <a:gd name="T2" fmla="*/ 172 w 172"/>
                <a:gd name="T3" fmla="*/ 172 h 172"/>
                <a:gd name="T4" fmla="*/ 0 w 172"/>
                <a:gd name="T5" fmla="*/ 0 h 172"/>
                <a:gd name="T6" fmla="*/ 55 w 172"/>
                <a:gd name="T7" fmla="*/ 0 h 172"/>
                <a:gd name="T8" fmla="*/ 172 w 172"/>
                <a:gd name="T9" fmla="*/ 117 h 172"/>
              </a:gdLst>
              <a:ahLst/>
              <a:cxnLst>
                <a:cxn ang="0">
                  <a:pos x="T0" y="T1"/>
                </a:cxn>
                <a:cxn ang="0">
                  <a:pos x="T2" y="T3"/>
                </a:cxn>
                <a:cxn ang="0">
                  <a:pos x="T4" y="T5"/>
                </a:cxn>
                <a:cxn ang="0">
                  <a:pos x="T6" y="T7"/>
                </a:cxn>
                <a:cxn ang="0">
                  <a:pos x="T8" y="T9"/>
                </a:cxn>
              </a:cxnLst>
              <a:rect l="0" t="0" r="r" b="b"/>
              <a:pathLst>
                <a:path w="172" h="172">
                  <a:moveTo>
                    <a:pt x="172" y="117"/>
                  </a:moveTo>
                  <a:cubicBezTo>
                    <a:pt x="172" y="172"/>
                    <a:pt x="172" y="172"/>
                    <a:pt x="172" y="172"/>
                  </a:cubicBezTo>
                  <a:cubicBezTo>
                    <a:pt x="80" y="166"/>
                    <a:pt x="7" y="92"/>
                    <a:pt x="0" y="0"/>
                  </a:cubicBezTo>
                  <a:cubicBezTo>
                    <a:pt x="55" y="0"/>
                    <a:pt x="55" y="0"/>
                    <a:pt x="55" y="0"/>
                  </a:cubicBezTo>
                  <a:cubicBezTo>
                    <a:pt x="61" y="62"/>
                    <a:pt x="110" y="111"/>
                    <a:pt x="172" y="117"/>
                  </a:cubicBezTo>
                  <a:close/>
                </a:path>
              </a:pathLst>
            </a:custGeom>
            <a:solidFill>
              <a:schemeClr val="accent4"/>
            </a:solidFill>
            <a:ln>
              <a:noFill/>
            </a:ln>
            <a:effectLst/>
          </p:spPr>
          <p:txBody>
            <a:bodyPr vert="horz" wrap="square" lIns="91440" tIns="45720" rIns="91440" bIns="45720" numCol="1" anchor="t" anchorCtr="0" compatLnSpc="1">
              <a:prstTxWarp prst="textNoShape">
                <a:avLst/>
              </a:prstTxWarp>
            </a:bodyPr>
            <a:lstStyle/>
            <a:p>
              <a:endParaRPr lang="en-US" dirty="0"/>
            </a:p>
          </p:txBody>
        </p:sp>
        <p:sp>
          <p:nvSpPr>
            <p:cNvPr id="42" name="Freeform 8">
              <a:extLst>
                <a:ext uri="{FF2B5EF4-FFF2-40B4-BE49-F238E27FC236}">
                  <a16:creationId xmlns:a16="http://schemas.microsoft.com/office/drawing/2014/main" id="{6048F02D-7524-173C-EC0D-E47B5056F139}"/>
                </a:ext>
              </a:extLst>
            </p:cNvPr>
            <p:cNvSpPr>
              <a:spLocks/>
            </p:cNvSpPr>
            <p:nvPr/>
          </p:nvSpPr>
          <p:spPr bwMode="auto">
            <a:xfrm>
              <a:off x="6235700" y="1717748"/>
              <a:ext cx="2020888" cy="2020888"/>
            </a:xfrm>
            <a:custGeom>
              <a:avLst/>
              <a:gdLst>
                <a:gd name="T0" fmla="*/ 0 w 173"/>
                <a:gd name="T1" fmla="*/ 55 h 173"/>
                <a:gd name="T2" fmla="*/ 0 w 173"/>
                <a:gd name="T3" fmla="*/ 0 h 173"/>
                <a:gd name="T4" fmla="*/ 173 w 173"/>
                <a:gd name="T5" fmla="*/ 173 h 173"/>
                <a:gd name="T6" fmla="*/ 118 w 173"/>
                <a:gd name="T7" fmla="*/ 173 h 173"/>
                <a:gd name="T8" fmla="*/ 0 w 173"/>
                <a:gd name="T9" fmla="*/ 55 h 173"/>
              </a:gdLst>
              <a:ahLst/>
              <a:cxnLst>
                <a:cxn ang="0">
                  <a:pos x="T0" y="T1"/>
                </a:cxn>
                <a:cxn ang="0">
                  <a:pos x="T2" y="T3"/>
                </a:cxn>
                <a:cxn ang="0">
                  <a:pos x="T4" y="T5"/>
                </a:cxn>
                <a:cxn ang="0">
                  <a:pos x="T6" y="T7"/>
                </a:cxn>
                <a:cxn ang="0">
                  <a:pos x="T8" y="T9"/>
                </a:cxn>
              </a:cxnLst>
              <a:rect l="0" t="0" r="r" b="b"/>
              <a:pathLst>
                <a:path w="173" h="173">
                  <a:moveTo>
                    <a:pt x="0" y="55"/>
                  </a:moveTo>
                  <a:cubicBezTo>
                    <a:pt x="0" y="0"/>
                    <a:pt x="0" y="0"/>
                    <a:pt x="0" y="0"/>
                  </a:cubicBezTo>
                  <a:cubicBezTo>
                    <a:pt x="93" y="7"/>
                    <a:pt x="166" y="80"/>
                    <a:pt x="173" y="173"/>
                  </a:cubicBezTo>
                  <a:cubicBezTo>
                    <a:pt x="118" y="173"/>
                    <a:pt x="118" y="173"/>
                    <a:pt x="118" y="173"/>
                  </a:cubicBezTo>
                  <a:cubicBezTo>
                    <a:pt x="112" y="111"/>
                    <a:pt x="62" y="61"/>
                    <a:pt x="0" y="55"/>
                  </a:cubicBezTo>
                  <a:close/>
                </a:path>
              </a:pathLst>
            </a:custGeom>
            <a:solidFill>
              <a:schemeClr val="accent1"/>
            </a:solidFill>
            <a:ln>
              <a:noFill/>
            </a:ln>
            <a:effectLst/>
          </p:spPr>
          <p:txBody>
            <a:bodyPr vert="horz" wrap="square" lIns="91440" tIns="45720" rIns="91440" bIns="45720" numCol="1" anchor="t" anchorCtr="0" compatLnSpc="1">
              <a:prstTxWarp prst="textNoShape">
                <a:avLst/>
              </a:prstTxWarp>
            </a:bodyPr>
            <a:lstStyle/>
            <a:p>
              <a:endParaRPr lang="en-US" dirty="0"/>
            </a:p>
          </p:txBody>
        </p:sp>
        <p:sp useBgFill="1">
          <p:nvSpPr>
            <p:cNvPr id="20" name="Freeform 31">
              <a:extLst>
                <a:ext uri="{FF2B5EF4-FFF2-40B4-BE49-F238E27FC236}">
                  <a16:creationId xmlns:a16="http://schemas.microsoft.com/office/drawing/2014/main" id="{F44CCD44-C7E6-96CE-EDEF-A87CC6764731}"/>
                </a:ext>
              </a:extLst>
            </p:cNvPr>
            <p:cNvSpPr/>
            <p:nvPr/>
          </p:nvSpPr>
          <p:spPr>
            <a:xfrm rot="10800000" flipV="1">
              <a:off x="4518819" y="2312268"/>
              <a:ext cx="3154361" cy="3154361"/>
            </a:xfrm>
            <a:custGeom>
              <a:avLst/>
              <a:gdLst>
                <a:gd name="connsiteX0" fmla="*/ 1577181 w 3154361"/>
                <a:gd name="connsiteY0" fmla="*/ 3154361 h 3154361"/>
                <a:gd name="connsiteX1" fmla="*/ 1780203 w 3154361"/>
                <a:gd name="connsiteY1" fmla="*/ 2804324 h 3154361"/>
                <a:gd name="connsiteX2" fmla="*/ 1797438 w 3154361"/>
                <a:gd name="connsiteY2" fmla="*/ 2802025 h 3154361"/>
                <a:gd name="connsiteX3" fmla="*/ 2796180 w 3154361"/>
                <a:gd name="connsiteY3" fmla="*/ 1827945 h 3154361"/>
                <a:gd name="connsiteX4" fmla="*/ 2803383 w 3154361"/>
                <a:gd name="connsiteY4" fmla="*/ 1780748 h 3154361"/>
                <a:gd name="connsiteX5" fmla="*/ 3154361 w 3154361"/>
                <a:gd name="connsiteY5" fmla="*/ 1577181 h 3154361"/>
                <a:gd name="connsiteX6" fmla="*/ 2803383 w 3154361"/>
                <a:gd name="connsiteY6" fmla="*/ 1373614 h 3154361"/>
                <a:gd name="connsiteX7" fmla="*/ 2796180 w 3154361"/>
                <a:gd name="connsiteY7" fmla="*/ 1326414 h 3154361"/>
                <a:gd name="connsiteX8" fmla="*/ 1797438 w 3154361"/>
                <a:gd name="connsiteY8" fmla="*/ 352335 h 3154361"/>
                <a:gd name="connsiteX9" fmla="*/ 1780201 w 3154361"/>
                <a:gd name="connsiteY9" fmla="*/ 350035 h 3154361"/>
                <a:gd name="connsiteX10" fmla="*/ 1577181 w 3154361"/>
                <a:gd name="connsiteY10" fmla="*/ 0 h 3154361"/>
                <a:gd name="connsiteX11" fmla="*/ 1374161 w 3154361"/>
                <a:gd name="connsiteY11" fmla="*/ 350035 h 3154361"/>
                <a:gd name="connsiteX12" fmla="*/ 1356922 w 3154361"/>
                <a:gd name="connsiteY12" fmla="*/ 352335 h 3154361"/>
                <a:gd name="connsiteX13" fmla="*/ 358181 w 3154361"/>
                <a:gd name="connsiteY13" fmla="*/ 1326414 h 3154361"/>
                <a:gd name="connsiteX14" fmla="*/ 350977 w 3154361"/>
                <a:gd name="connsiteY14" fmla="*/ 1373613 h 3154361"/>
                <a:gd name="connsiteX15" fmla="*/ 0 w 3154361"/>
                <a:gd name="connsiteY15" fmla="*/ 1577180 h 3154361"/>
                <a:gd name="connsiteX16" fmla="*/ 350977 w 3154361"/>
                <a:gd name="connsiteY16" fmla="*/ 1780746 h 3154361"/>
                <a:gd name="connsiteX17" fmla="*/ 358181 w 3154361"/>
                <a:gd name="connsiteY17" fmla="*/ 1827946 h 3154361"/>
                <a:gd name="connsiteX18" fmla="*/ 1356922 w 3154361"/>
                <a:gd name="connsiteY18" fmla="*/ 2802025 h 3154361"/>
                <a:gd name="connsiteX19" fmla="*/ 1374159 w 3154361"/>
                <a:gd name="connsiteY19" fmla="*/ 2804324 h 315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54361" h="3154361">
                  <a:moveTo>
                    <a:pt x="1577181" y="3154361"/>
                  </a:moveTo>
                  <a:lnTo>
                    <a:pt x="1780203" y="2804324"/>
                  </a:lnTo>
                  <a:lnTo>
                    <a:pt x="1797438" y="2802025"/>
                  </a:lnTo>
                  <a:cubicBezTo>
                    <a:pt x="2297871" y="2712635"/>
                    <a:pt x="2694658" y="2324067"/>
                    <a:pt x="2796180" y="1827945"/>
                  </a:cubicBezTo>
                  <a:lnTo>
                    <a:pt x="2803383" y="1780748"/>
                  </a:lnTo>
                  <a:lnTo>
                    <a:pt x="3154361" y="1577181"/>
                  </a:lnTo>
                  <a:lnTo>
                    <a:pt x="2803383" y="1373614"/>
                  </a:lnTo>
                  <a:lnTo>
                    <a:pt x="2796180" y="1326414"/>
                  </a:lnTo>
                  <a:cubicBezTo>
                    <a:pt x="2694658" y="830292"/>
                    <a:pt x="2297871" y="441725"/>
                    <a:pt x="1797438" y="352335"/>
                  </a:cubicBezTo>
                  <a:lnTo>
                    <a:pt x="1780201" y="350035"/>
                  </a:lnTo>
                  <a:lnTo>
                    <a:pt x="1577181" y="0"/>
                  </a:lnTo>
                  <a:lnTo>
                    <a:pt x="1374161" y="350035"/>
                  </a:lnTo>
                  <a:lnTo>
                    <a:pt x="1356922" y="352335"/>
                  </a:lnTo>
                  <a:cubicBezTo>
                    <a:pt x="856490" y="441724"/>
                    <a:pt x="459702" y="830291"/>
                    <a:pt x="358181" y="1326414"/>
                  </a:cubicBezTo>
                  <a:lnTo>
                    <a:pt x="350977" y="1373613"/>
                  </a:lnTo>
                  <a:lnTo>
                    <a:pt x="0" y="1577180"/>
                  </a:lnTo>
                  <a:lnTo>
                    <a:pt x="350977" y="1780746"/>
                  </a:lnTo>
                  <a:lnTo>
                    <a:pt x="358181" y="1827946"/>
                  </a:lnTo>
                  <a:cubicBezTo>
                    <a:pt x="459702" y="2324067"/>
                    <a:pt x="856490" y="2712635"/>
                    <a:pt x="1356922" y="2802025"/>
                  </a:cubicBezTo>
                  <a:lnTo>
                    <a:pt x="1374159" y="2804324"/>
                  </a:lnTo>
                  <a:close/>
                </a:path>
              </a:pathLst>
            </a:custGeom>
            <a:ln w="19050">
              <a:solidFill>
                <a:schemeClr val="tx1">
                  <a:lumMod val="85000"/>
                  <a:lumOff val="1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tx1">
                      <a:lumMod val="85000"/>
                      <a:lumOff val="15000"/>
                    </a:schemeClr>
                  </a:solidFill>
                  <a:effectLst/>
                </a:rPr>
                <a:t>Balanced Scorecard</a:t>
              </a:r>
              <a:endParaRPr lang="en-US" dirty="0"/>
            </a:p>
          </p:txBody>
        </p:sp>
        <p:sp>
          <p:nvSpPr>
            <p:cNvPr id="6" name="Rectangle: Top Corners Rounded 5">
              <a:extLst>
                <a:ext uri="{FF2B5EF4-FFF2-40B4-BE49-F238E27FC236}">
                  <a16:creationId xmlns:a16="http://schemas.microsoft.com/office/drawing/2014/main" id="{7922303F-5B1D-458F-961F-AA1F9144598F}"/>
                </a:ext>
              </a:extLst>
            </p:cNvPr>
            <p:cNvSpPr/>
            <p:nvPr/>
          </p:nvSpPr>
          <p:spPr>
            <a:xfrm rot="16200000">
              <a:off x="9454356" y="638960"/>
              <a:ext cx="1562100" cy="3913189"/>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Top Corners Rounded 6">
              <a:extLst>
                <a:ext uri="{FF2B5EF4-FFF2-40B4-BE49-F238E27FC236}">
                  <a16:creationId xmlns:a16="http://schemas.microsoft.com/office/drawing/2014/main" id="{CA7B0131-5962-1E58-70F9-C37FCF0FF1F0}"/>
                </a:ext>
              </a:extLst>
            </p:cNvPr>
            <p:cNvSpPr/>
            <p:nvPr/>
          </p:nvSpPr>
          <p:spPr>
            <a:xfrm rot="16200000">
              <a:off x="9454357" y="3226746"/>
              <a:ext cx="1562100" cy="3913189"/>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Top Corners Rounded 7">
              <a:extLst>
                <a:ext uri="{FF2B5EF4-FFF2-40B4-BE49-F238E27FC236}">
                  <a16:creationId xmlns:a16="http://schemas.microsoft.com/office/drawing/2014/main" id="{BFEA7783-7E1A-FF9B-6564-3C7CA142F2C0}"/>
                </a:ext>
              </a:extLst>
            </p:cNvPr>
            <p:cNvSpPr/>
            <p:nvPr/>
          </p:nvSpPr>
          <p:spPr>
            <a:xfrm rot="5400000" flipH="1">
              <a:off x="1175545" y="3226747"/>
              <a:ext cx="1562100" cy="391318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Top Corners Rounded 8">
              <a:extLst>
                <a:ext uri="{FF2B5EF4-FFF2-40B4-BE49-F238E27FC236}">
                  <a16:creationId xmlns:a16="http://schemas.microsoft.com/office/drawing/2014/main" id="{BA3A5F59-F06C-6656-D0BA-AE5891D9EE29}"/>
                </a:ext>
              </a:extLst>
            </p:cNvPr>
            <p:cNvSpPr/>
            <p:nvPr/>
          </p:nvSpPr>
          <p:spPr>
            <a:xfrm rot="5400000" flipH="1">
              <a:off x="1175544" y="638961"/>
              <a:ext cx="1562100" cy="3913189"/>
            </a:xfrm>
            <a:prstGeom prst="round2SameRect">
              <a:avLst>
                <a:gd name="adj1" fmla="val 50000"/>
                <a:gd name="adj2"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21851823-DEF0-C1D4-7CB0-116ECDA1DD51}"/>
                </a:ext>
              </a:extLst>
            </p:cNvPr>
            <p:cNvSpPr txBox="1"/>
            <p:nvPr/>
          </p:nvSpPr>
          <p:spPr>
            <a:xfrm>
              <a:off x="8809037" y="1995389"/>
              <a:ext cx="3117170" cy="1200329"/>
            </a:xfrm>
            <a:prstGeom prst="rect">
              <a:avLst/>
            </a:prstGeom>
            <a:noFill/>
          </p:spPr>
          <p:txBody>
            <a:bodyPr wrap="square">
              <a:spAutoFit/>
            </a:bodyPr>
            <a:lstStyle/>
            <a:p>
              <a:pPr marL="171450" indent="-171450">
                <a:buFont typeface="Arial" panose="020B0604020202020204" pitchFamily="34" charset="0"/>
                <a:buChar char="•"/>
              </a:pPr>
              <a:r>
                <a:rPr lang="en-US" sz="1200" dirty="0">
                  <a:solidFill>
                    <a:schemeClr val="bg1"/>
                  </a:solidFill>
                  <a:cs typeface="Segoe UI" panose="020B0502040204020203" pitchFamily="34" charset="0"/>
                </a:rPr>
                <a:t>Goal: Increase engagement by 10% while reducing customer attrition by 15%.</a:t>
              </a:r>
            </a:p>
            <a:p>
              <a:pPr marL="171450" indent="-171450">
                <a:buFont typeface="Arial" panose="020B0604020202020204" pitchFamily="34" charset="0"/>
                <a:buChar char="•"/>
              </a:pPr>
              <a:r>
                <a:rPr lang="en-US" sz="1200" dirty="0">
                  <a:solidFill>
                    <a:schemeClr val="bg1"/>
                  </a:solidFill>
                  <a:cs typeface="Segoe UI" panose="020B0502040204020203" pitchFamily="34" charset="0"/>
                </a:rPr>
                <a:t>Measure: Monitor consumer satisfaction, wallet usage, and loyalty program involvement.</a:t>
              </a:r>
            </a:p>
          </p:txBody>
        </p:sp>
        <p:sp>
          <p:nvSpPr>
            <p:cNvPr id="46" name="TextBox 45">
              <a:extLst>
                <a:ext uri="{FF2B5EF4-FFF2-40B4-BE49-F238E27FC236}">
                  <a16:creationId xmlns:a16="http://schemas.microsoft.com/office/drawing/2014/main" id="{4565D220-EA7C-6167-6583-85DC6E1F5C2C}"/>
                </a:ext>
              </a:extLst>
            </p:cNvPr>
            <p:cNvSpPr txBox="1"/>
            <p:nvPr/>
          </p:nvSpPr>
          <p:spPr>
            <a:xfrm>
              <a:off x="8809037" y="1333364"/>
              <a:ext cx="1886857" cy="369332"/>
            </a:xfrm>
            <a:prstGeom prst="rect">
              <a:avLst/>
            </a:prstGeom>
            <a:noFill/>
          </p:spPr>
          <p:txBody>
            <a:bodyPr wrap="square">
              <a:spAutoFit/>
            </a:bodyPr>
            <a:lstStyle/>
            <a:p>
              <a:r>
                <a:rPr lang="en-US" sz="1800" b="1" dirty="0">
                  <a:solidFill>
                    <a:schemeClr val="tx1">
                      <a:lumMod val="85000"/>
                      <a:lumOff val="15000"/>
                    </a:schemeClr>
                  </a:solidFill>
                  <a:cs typeface="Segoe UI" panose="020B0502040204020203" pitchFamily="34" charset="0"/>
                </a:rPr>
                <a:t>Customer </a:t>
              </a:r>
              <a:endParaRPr lang="en-US" b="1" dirty="0">
                <a:solidFill>
                  <a:schemeClr val="tx1">
                    <a:lumMod val="85000"/>
                    <a:lumOff val="15000"/>
                  </a:schemeClr>
                </a:solidFill>
                <a:cs typeface="Segoe UI" panose="020B0502040204020203" pitchFamily="34" charset="0"/>
              </a:endParaRPr>
            </a:p>
          </p:txBody>
        </p:sp>
        <p:sp>
          <p:nvSpPr>
            <p:cNvPr id="47" name="TextBox 46">
              <a:extLst>
                <a:ext uri="{FF2B5EF4-FFF2-40B4-BE49-F238E27FC236}">
                  <a16:creationId xmlns:a16="http://schemas.microsoft.com/office/drawing/2014/main" id="{754A0395-82EE-2008-CD25-964A5C231599}"/>
                </a:ext>
              </a:extLst>
            </p:cNvPr>
            <p:cNvSpPr txBox="1"/>
            <p:nvPr/>
          </p:nvSpPr>
          <p:spPr>
            <a:xfrm>
              <a:off x="8809037" y="4583177"/>
              <a:ext cx="3117170" cy="1015663"/>
            </a:xfrm>
            <a:prstGeom prst="rect">
              <a:avLst/>
            </a:prstGeom>
            <a:noFill/>
          </p:spPr>
          <p:txBody>
            <a:bodyPr wrap="square">
              <a:spAutoFit/>
            </a:bodyPr>
            <a:lstStyle/>
            <a:p>
              <a:pPr marL="171450" indent="-171450">
                <a:buFont typeface="Arial" panose="020B0604020202020204" pitchFamily="34" charset="0"/>
                <a:buChar char="•"/>
              </a:pPr>
              <a:r>
                <a:rPr lang="en-US" sz="1200" dirty="0">
                  <a:solidFill>
                    <a:schemeClr val="bg1"/>
                  </a:solidFill>
                  <a:cs typeface="Segoe UI" panose="020B0502040204020203" pitchFamily="34" charset="0"/>
                </a:rPr>
                <a:t>Goal: Create a culture of ongoing staff support and learning.</a:t>
              </a:r>
            </a:p>
            <a:p>
              <a:pPr marL="171450" indent="-171450">
                <a:buFont typeface="Arial" panose="020B0604020202020204" pitchFamily="34" charset="0"/>
                <a:buChar char="•"/>
              </a:pPr>
              <a:r>
                <a:rPr lang="en-US" sz="1200" dirty="0">
                  <a:solidFill>
                    <a:schemeClr val="bg1"/>
                  </a:solidFill>
                  <a:cs typeface="Segoe UI" panose="020B0502040204020203" pitchFamily="34" charset="0"/>
                </a:rPr>
                <a:t>Measure: Track employee satisfaction and performance and make updates to the wallet in response to user input.</a:t>
              </a:r>
            </a:p>
          </p:txBody>
        </p:sp>
        <p:sp>
          <p:nvSpPr>
            <p:cNvPr id="48" name="TextBox 47">
              <a:extLst>
                <a:ext uri="{FF2B5EF4-FFF2-40B4-BE49-F238E27FC236}">
                  <a16:creationId xmlns:a16="http://schemas.microsoft.com/office/drawing/2014/main" id="{364630B3-A43F-57F1-7E15-8D28F60D3996}"/>
                </a:ext>
              </a:extLst>
            </p:cNvPr>
            <p:cNvSpPr txBox="1"/>
            <p:nvPr/>
          </p:nvSpPr>
          <p:spPr>
            <a:xfrm>
              <a:off x="8809037" y="3950133"/>
              <a:ext cx="2285683" cy="369332"/>
            </a:xfrm>
            <a:prstGeom prst="rect">
              <a:avLst/>
            </a:prstGeom>
            <a:noFill/>
          </p:spPr>
          <p:txBody>
            <a:bodyPr wrap="square">
              <a:spAutoFit/>
            </a:bodyPr>
            <a:lstStyle/>
            <a:p>
              <a:r>
                <a:rPr lang="en-US" sz="1800" b="1" dirty="0">
                  <a:cs typeface="Segoe UI" panose="020B0502040204020203" pitchFamily="34" charset="0"/>
                </a:rPr>
                <a:t>Learning</a:t>
              </a:r>
              <a:r>
                <a:rPr lang="en-US" sz="1800" b="1" dirty="0">
                  <a:latin typeface="Segoe UI" panose="020B0502040204020203" pitchFamily="34" charset="0"/>
                  <a:cs typeface="Segoe UI" panose="020B0502040204020203" pitchFamily="34" charset="0"/>
                </a:rPr>
                <a:t> &amp; Growth</a:t>
              </a:r>
              <a:endParaRPr lang="en-US"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49" name="TextBox 48">
              <a:extLst>
                <a:ext uri="{FF2B5EF4-FFF2-40B4-BE49-F238E27FC236}">
                  <a16:creationId xmlns:a16="http://schemas.microsoft.com/office/drawing/2014/main" id="{94046F48-EDE3-043B-57C5-976C7F5AE1FE}"/>
                </a:ext>
              </a:extLst>
            </p:cNvPr>
            <p:cNvSpPr txBox="1"/>
            <p:nvPr/>
          </p:nvSpPr>
          <p:spPr>
            <a:xfrm>
              <a:off x="190389" y="1903058"/>
              <a:ext cx="3117170" cy="1015663"/>
            </a:xfrm>
            <a:prstGeom prst="rect">
              <a:avLst/>
            </a:prstGeom>
            <a:noFill/>
          </p:spPr>
          <p:txBody>
            <a:bodyPr wrap="square">
              <a:spAutoFit/>
            </a:bodyPr>
            <a:lstStyle/>
            <a:p>
              <a:pPr marL="171450" indent="-171450" algn="r">
                <a:buFont typeface="Arial" panose="020B0604020202020204" pitchFamily="34" charset="0"/>
                <a:buChar char="•"/>
              </a:pPr>
              <a:r>
                <a:rPr lang="en-US" sz="1200" dirty="0">
                  <a:solidFill>
                    <a:schemeClr val="bg1"/>
                  </a:solidFill>
                  <a:cs typeface="Segoe UI" panose="020B0502040204020203" pitchFamily="34" charset="0"/>
                </a:rPr>
                <a:t>Goal: 10% revenue growth through mobile wallet features.</a:t>
              </a:r>
            </a:p>
            <a:p>
              <a:pPr marL="171450" indent="-171450" algn="r">
                <a:buFont typeface="Arial" panose="020B0604020202020204" pitchFamily="34" charset="0"/>
                <a:buChar char="•"/>
              </a:pPr>
              <a:r>
                <a:rPr lang="en-US" sz="1200" dirty="0">
                  <a:solidFill>
                    <a:schemeClr val="bg1"/>
                  </a:solidFill>
                  <a:cs typeface="Segoe UI" panose="020B0502040204020203" pitchFamily="34" charset="0"/>
                </a:rPr>
                <a:t>Measure: By the end of the first year, handle more than 5,000 transactions monthly.</a:t>
              </a:r>
            </a:p>
          </p:txBody>
        </p:sp>
        <p:sp>
          <p:nvSpPr>
            <p:cNvPr id="50" name="TextBox 49">
              <a:extLst>
                <a:ext uri="{FF2B5EF4-FFF2-40B4-BE49-F238E27FC236}">
                  <a16:creationId xmlns:a16="http://schemas.microsoft.com/office/drawing/2014/main" id="{B7B1C489-676F-C623-E9E2-B3C829AE3C50}"/>
                </a:ext>
              </a:extLst>
            </p:cNvPr>
            <p:cNvSpPr txBox="1"/>
            <p:nvPr/>
          </p:nvSpPr>
          <p:spPr>
            <a:xfrm>
              <a:off x="1420702" y="1333364"/>
              <a:ext cx="1886857" cy="369332"/>
            </a:xfrm>
            <a:prstGeom prst="rect">
              <a:avLst/>
            </a:prstGeom>
            <a:noFill/>
          </p:spPr>
          <p:txBody>
            <a:bodyPr wrap="square">
              <a:spAutoFit/>
            </a:bodyPr>
            <a:lstStyle/>
            <a:p>
              <a:pPr algn="r"/>
              <a:r>
                <a:rPr lang="en-US" sz="1800" b="1" dirty="0">
                  <a:cs typeface="Segoe UI" panose="020B0502040204020203" pitchFamily="34" charset="0"/>
                </a:rPr>
                <a:t>Financial</a:t>
              </a:r>
            </a:p>
          </p:txBody>
        </p:sp>
        <p:sp>
          <p:nvSpPr>
            <p:cNvPr id="51" name="TextBox 50">
              <a:extLst>
                <a:ext uri="{FF2B5EF4-FFF2-40B4-BE49-F238E27FC236}">
                  <a16:creationId xmlns:a16="http://schemas.microsoft.com/office/drawing/2014/main" id="{E7E573CA-AA82-E17E-EA96-FF7A8EE05332}"/>
                </a:ext>
              </a:extLst>
            </p:cNvPr>
            <p:cNvSpPr txBox="1"/>
            <p:nvPr/>
          </p:nvSpPr>
          <p:spPr>
            <a:xfrm>
              <a:off x="190389" y="4583177"/>
              <a:ext cx="3117170" cy="1200329"/>
            </a:xfrm>
            <a:prstGeom prst="rect">
              <a:avLst/>
            </a:prstGeom>
            <a:noFill/>
          </p:spPr>
          <p:txBody>
            <a:bodyPr wrap="square">
              <a:spAutoFit/>
            </a:bodyPr>
            <a:lstStyle/>
            <a:p>
              <a:pPr marL="171450" indent="-171450" algn="r">
                <a:buFont typeface="Arial" panose="020B0604020202020204" pitchFamily="34" charset="0"/>
                <a:buChar char="•"/>
              </a:pPr>
              <a:r>
                <a:rPr lang="en-US" sz="1200" dirty="0">
                  <a:solidFill>
                    <a:schemeClr val="bg1"/>
                  </a:solidFill>
                  <a:cs typeface="Segoe UI" panose="020B0502040204020203" pitchFamily="34" charset="0"/>
                </a:rPr>
                <a:t>Goal: Assure a smooth integration of mobile wallets with a 99.9% system uptime.</a:t>
              </a:r>
            </a:p>
            <a:p>
              <a:pPr marL="171450" indent="-171450" algn="r">
                <a:buFont typeface="Arial" panose="020B0604020202020204" pitchFamily="34" charset="0"/>
                <a:buChar char="•"/>
              </a:pPr>
              <a:r>
                <a:rPr lang="en-US" sz="1200" dirty="0">
                  <a:solidFill>
                    <a:schemeClr val="bg1"/>
                  </a:solidFill>
                  <a:cs typeface="Segoe UI" panose="020B0502040204020203" pitchFamily="34" charset="0"/>
                </a:rPr>
                <a:t>Measure: Evaluate system uptime and transaction efficiency (three taps or less).</a:t>
              </a:r>
            </a:p>
          </p:txBody>
        </p:sp>
        <p:sp>
          <p:nvSpPr>
            <p:cNvPr id="52" name="TextBox 51">
              <a:extLst>
                <a:ext uri="{FF2B5EF4-FFF2-40B4-BE49-F238E27FC236}">
                  <a16:creationId xmlns:a16="http://schemas.microsoft.com/office/drawing/2014/main" id="{604D39F2-DD31-8F58-E845-2542DB3848D0}"/>
                </a:ext>
              </a:extLst>
            </p:cNvPr>
            <p:cNvSpPr txBox="1"/>
            <p:nvPr/>
          </p:nvSpPr>
          <p:spPr>
            <a:xfrm>
              <a:off x="190390" y="3950133"/>
              <a:ext cx="3117169" cy="369332"/>
            </a:xfrm>
            <a:prstGeom prst="rect">
              <a:avLst/>
            </a:prstGeom>
            <a:noFill/>
          </p:spPr>
          <p:txBody>
            <a:bodyPr wrap="square">
              <a:spAutoFit/>
            </a:bodyPr>
            <a:lstStyle/>
            <a:p>
              <a:pPr algn="r"/>
              <a:r>
                <a:rPr lang="en-US" sz="1800" b="1" dirty="0">
                  <a:solidFill>
                    <a:schemeClr val="tx1">
                      <a:lumMod val="85000"/>
                      <a:lumOff val="15000"/>
                    </a:schemeClr>
                  </a:solidFill>
                  <a:cs typeface="Segoe UI" panose="020B0502040204020203" pitchFamily="34" charset="0"/>
                </a:rPr>
                <a:t>Internal Business Process</a:t>
              </a:r>
            </a:p>
          </p:txBody>
        </p:sp>
        <p:pic>
          <p:nvPicPr>
            <p:cNvPr id="54" name="Picture 53" descr="A black background with a black square&#10;&#10;Description automatically generated with medium confidence">
              <a:extLst>
                <a:ext uri="{FF2B5EF4-FFF2-40B4-BE49-F238E27FC236}">
                  <a16:creationId xmlns:a16="http://schemas.microsoft.com/office/drawing/2014/main" id="{8F05ED2B-7B11-EFA0-B475-90FE2BC6B46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114380" y="2255534"/>
              <a:ext cx="457200" cy="457200"/>
            </a:xfrm>
            <a:prstGeom prst="rect">
              <a:avLst/>
            </a:prstGeom>
          </p:spPr>
        </p:pic>
        <p:pic>
          <p:nvPicPr>
            <p:cNvPr id="56" name="Picture 55" descr="A black background with a black square&#10;&#10;Description automatically generated with medium confidence">
              <a:extLst>
                <a:ext uri="{FF2B5EF4-FFF2-40B4-BE49-F238E27FC236}">
                  <a16:creationId xmlns:a16="http://schemas.microsoft.com/office/drawing/2014/main" id="{33183F97-1CD9-C032-C70C-B0000C9494F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15980" y="4882202"/>
              <a:ext cx="457200" cy="457200"/>
            </a:xfrm>
            <a:prstGeom prst="rect">
              <a:avLst/>
            </a:prstGeom>
          </p:spPr>
        </p:pic>
        <p:pic>
          <p:nvPicPr>
            <p:cNvPr id="58" name="Picture 57" descr="A black background with a black square&#10;&#10;Description automatically generated with medium confidence">
              <a:extLst>
                <a:ext uri="{FF2B5EF4-FFF2-40B4-BE49-F238E27FC236}">
                  <a16:creationId xmlns:a16="http://schemas.microsoft.com/office/drawing/2014/main" id="{5DFE4EEC-ABB7-34A2-D596-17ACE019D251}"/>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428196" y="4882202"/>
              <a:ext cx="457200" cy="457200"/>
            </a:xfrm>
            <a:prstGeom prst="rect">
              <a:avLst/>
            </a:prstGeom>
          </p:spPr>
        </p:pic>
        <p:pic>
          <p:nvPicPr>
            <p:cNvPr id="60" name="Picture 59" descr="A black background with a black square&#10;&#10;Description automatically generated with medium confidence">
              <a:extLst>
                <a:ext uri="{FF2B5EF4-FFF2-40B4-BE49-F238E27FC236}">
                  <a16:creationId xmlns:a16="http://schemas.microsoft.com/office/drawing/2014/main" id="{4983CCEE-9574-CB6D-46BE-AD610C71D526}"/>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74384" y="2255534"/>
              <a:ext cx="457200" cy="457200"/>
            </a:xfrm>
            <a:prstGeom prst="rect">
              <a:avLst/>
            </a:prstGeom>
          </p:spPr>
        </p:pic>
      </p:grpSp>
      <p:sp>
        <p:nvSpPr>
          <p:cNvPr id="62" name="TextBox 61">
            <a:extLst>
              <a:ext uri="{FF2B5EF4-FFF2-40B4-BE49-F238E27FC236}">
                <a16:creationId xmlns:a16="http://schemas.microsoft.com/office/drawing/2014/main" id="{05814857-1942-544A-55B8-E4C6D81C9BF7}"/>
              </a:ext>
            </a:extLst>
          </p:cNvPr>
          <p:cNvSpPr txBox="1"/>
          <p:nvPr/>
        </p:nvSpPr>
        <p:spPr>
          <a:xfrm>
            <a:off x="0" y="534177"/>
            <a:ext cx="12192000" cy="707886"/>
          </a:xfrm>
          <a:prstGeom prst="rect">
            <a:avLst/>
          </a:prstGeom>
          <a:noFill/>
        </p:spPr>
        <p:txBody>
          <a:bodyPr wrap="square">
            <a:spAutoFit/>
          </a:bodyPr>
          <a:lstStyle/>
          <a:p>
            <a:pPr algn="ctr"/>
            <a:r>
              <a:rPr lang="en-US" sz="4000" b="1" i="0" dirty="0">
                <a:solidFill>
                  <a:schemeClr val="tx1">
                    <a:lumMod val="85000"/>
                    <a:lumOff val="15000"/>
                  </a:schemeClr>
                </a:solidFill>
                <a:effectLst/>
                <a:latin typeface="Footlight MT Light "/>
              </a:rPr>
              <a:t>Balanced</a:t>
            </a:r>
            <a:r>
              <a:rPr lang="en-US" sz="3600" b="1" i="0" dirty="0">
                <a:solidFill>
                  <a:schemeClr val="tx1">
                    <a:lumMod val="85000"/>
                    <a:lumOff val="15000"/>
                  </a:schemeClr>
                </a:solidFill>
                <a:effectLst/>
                <a:latin typeface="Segoe UI" panose="020B0502040204020203" pitchFamily="34" charset="0"/>
              </a:rPr>
              <a:t> </a:t>
            </a:r>
            <a:r>
              <a:rPr lang="en-US" sz="4000" b="1" i="0" dirty="0">
                <a:solidFill>
                  <a:schemeClr val="tx1">
                    <a:lumMod val="85000"/>
                    <a:lumOff val="15000"/>
                  </a:schemeClr>
                </a:solidFill>
                <a:effectLst/>
                <a:latin typeface="Footlight MT Light "/>
              </a:rPr>
              <a:t>Scorecard</a:t>
            </a:r>
            <a:endParaRPr lang="en-US" sz="3600" b="1" i="0" dirty="0">
              <a:solidFill>
                <a:schemeClr val="tx1">
                  <a:lumMod val="85000"/>
                  <a:lumOff val="15000"/>
                </a:schemeClr>
              </a:solidFill>
              <a:effectLst/>
              <a:latin typeface="Footlight MT Light "/>
            </a:endParaRPr>
          </a:p>
        </p:txBody>
      </p:sp>
      <p:sp>
        <p:nvSpPr>
          <p:cNvPr id="3" name="Slide Number Placeholder 2">
            <a:extLst>
              <a:ext uri="{FF2B5EF4-FFF2-40B4-BE49-F238E27FC236}">
                <a16:creationId xmlns:a16="http://schemas.microsoft.com/office/drawing/2014/main" id="{2A31E3EA-8320-35E0-68D9-F6A569CB5C3F}"/>
              </a:ext>
            </a:extLst>
          </p:cNvPr>
          <p:cNvSpPr>
            <a:spLocks noGrp="1"/>
          </p:cNvSpPr>
          <p:nvPr>
            <p:ph type="sldNum" sz="quarter" idx="12"/>
          </p:nvPr>
        </p:nvSpPr>
        <p:spPr/>
        <p:txBody>
          <a:bodyPr/>
          <a:lstStyle/>
          <a:p>
            <a:fld id="{273BAE12-D270-459D-897B-6833652BB167}" type="slidenum">
              <a:rPr lang="en-US" smtClean="0"/>
              <a:t>8</a:t>
            </a:fld>
            <a:endParaRPr lang="en-US" dirty="0"/>
          </a:p>
        </p:txBody>
      </p:sp>
    </p:spTree>
    <p:extLst>
      <p:ext uri="{BB962C8B-B14F-4D97-AF65-F5344CB8AC3E}">
        <p14:creationId xmlns:p14="http://schemas.microsoft.com/office/powerpoint/2010/main" val="41290492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noAutofit/>
          </a:bodyPr>
          <a:lstStyle/>
          <a:p>
            <a:pPr algn="ctr"/>
            <a:r>
              <a:rPr lang="en-US" b="1" dirty="0">
                <a:solidFill>
                  <a:schemeClr val="tx1"/>
                </a:solidFill>
              </a:rPr>
              <a:t>PESTLE ANALYSIS</a:t>
            </a:r>
          </a:p>
        </p:txBody>
      </p:sp>
      <p:grpSp>
        <p:nvGrpSpPr>
          <p:cNvPr id="3" name="Group 2">
            <a:extLst>
              <a:ext uri="{FF2B5EF4-FFF2-40B4-BE49-F238E27FC236}">
                <a16:creationId xmlns:a16="http://schemas.microsoft.com/office/drawing/2014/main" id="{BBCAA5A1-0239-AE35-343A-70C6E34E72D7}"/>
              </a:ext>
            </a:extLst>
          </p:cNvPr>
          <p:cNvGrpSpPr/>
          <p:nvPr/>
        </p:nvGrpSpPr>
        <p:grpSpPr>
          <a:xfrm>
            <a:off x="1856882" y="2131182"/>
            <a:ext cx="1267319" cy="1467751"/>
            <a:chOff x="332936" y="2689322"/>
            <a:chExt cx="2926080" cy="1957001"/>
          </a:xfrm>
        </p:grpSpPr>
        <p:sp>
          <p:nvSpPr>
            <p:cNvPr id="4" name="TextBox 3">
              <a:extLst>
                <a:ext uri="{FF2B5EF4-FFF2-40B4-BE49-F238E27FC236}">
                  <a16:creationId xmlns:a16="http://schemas.microsoft.com/office/drawing/2014/main" id="{49E6384A-FDFB-D251-26F5-7F9E2EBE957F}"/>
                </a:ext>
              </a:extLst>
            </p:cNvPr>
            <p:cNvSpPr txBox="1"/>
            <p:nvPr/>
          </p:nvSpPr>
          <p:spPr>
            <a:xfrm>
              <a:off x="332936" y="2689322"/>
              <a:ext cx="2926080" cy="400109"/>
            </a:xfrm>
            <a:prstGeom prst="rect">
              <a:avLst/>
            </a:prstGeom>
            <a:solidFill>
              <a:schemeClr val="accent6"/>
            </a:solidFill>
          </p:spPr>
          <p:txBody>
            <a:bodyPr wrap="square" lIns="0" rIns="0" rtlCol="0" anchor="b">
              <a:spAutoFit/>
            </a:bodyPr>
            <a:lstStyle/>
            <a:p>
              <a:pPr algn="ctr"/>
              <a:r>
                <a:rPr lang="en-US" sz="1350" b="1" cap="all" noProof="1">
                  <a:solidFill>
                    <a:schemeClr val="tx1">
                      <a:lumMod val="85000"/>
                      <a:lumOff val="15000"/>
                    </a:schemeClr>
                  </a:solidFill>
                </a:rPr>
                <a:t>Political</a:t>
              </a:r>
            </a:p>
          </p:txBody>
        </p:sp>
        <p:sp>
          <p:nvSpPr>
            <p:cNvPr id="5" name="TextBox 4">
              <a:extLst>
                <a:ext uri="{FF2B5EF4-FFF2-40B4-BE49-F238E27FC236}">
                  <a16:creationId xmlns:a16="http://schemas.microsoft.com/office/drawing/2014/main" id="{05D06F75-2CBF-BA2E-F563-ACBE107DCB07}"/>
                </a:ext>
              </a:extLst>
            </p:cNvPr>
            <p:cNvSpPr txBox="1"/>
            <p:nvPr/>
          </p:nvSpPr>
          <p:spPr>
            <a:xfrm>
              <a:off x="332936" y="3086922"/>
              <a:ext cx="2926080" cy="1559401"/>
            </a:xfrm>
            <a:prstGeom prst="rect">
              <a:avLst/>
            </a:prstGeom>
            <a:noFill/>
          </p:spPr>
          <p:txBody>
            <a:bodyPr wrap="square" lIns="0" rIns="0" rtlCol="0" anchor="t">
              <a:spAutoFit/>
            </a:bodyPr>
            <a:lstStyle/>
            <a:p>
              <a:r>
                <a:rPr lang="en-US" sz="1000" noProof="1">
                  <a:solidFill>
                    <a:schemeClr val="tx1">
                      <a:lumMod val="65000"/>
                      <a:lumOff val="35000"/>
                    </a:schemeClr>
                  </a:solidFill>
                </a:rPr>
                <a:t>Strict government laws, such as PCI-DSS, which address data security and safe payment processing, must be complied with by Evo-Konnect.</a:t>
              </a:r>
            </a:p>
          </p:txBody>
        </p:sp>
      </p:grpSp>
      <p:grpSp>
        <p:nvGrpSpPr>
          <p:cNvPr id="6" name="Group 5">
            <a:extLst>
              <a:ext uri="{FF2B5EF4-FFF2-40B4-BE49-F238E27FC236}">
                <a16:creationId xmlns:a16="http://schemas.microsoft.com/office/drawing/2014/main" id="{F4DA18B5-3F73-0EFC-5713-9D3EA03CE5AF}"/>
              </a:ext>
            </a:extLst>
          </p:cNvPr>
          <p:cNvGrpSpPr/>
          <p:nvPr/>
        </p:nvGrpSpPr>
        <p:grpSpPr>
          <a:xfrm>
            <a:off x="3291875" y="2131182"/>
            <a:ext cx="1267319" cy="1467751"/>
            <a:chOff x="332936" y="2689322"/>
            <a:chExt cx="2926080" cy="1957002"/>
          </a:xfrm>
        </p:grpSpPr>
        <p:sp>
          <p:nvSpPr>
            <p:cNvPr id="7" name="TextBox 6">
              <a:extLst>
                <a:ext uri="{FF2B5EF4-FFF2-40B4-BE49-F238E27FC236}">
                  <a16:creationId xmlns:a16="http://schemas.microsoft.com/office/drawing/2014/main" id="{E72B83D8-3083-5209-9AA2-46B62AD14A0F}"/>
                </a:ext>
              </a:extLst>
            </p:cNvPr>
            <p:cNvSpPr txBox="1"/>
            <p:nvPr/>
          </p:nvSpPr>
          <p:spPr>
            <a:xfrm>
              <a:off x="332936" y="2689322"/>
              <a:ext cx="2926080" cy="400109"/>
            </a:xfrm>
            <a:prstGeom prst="rect">
              <a:avLst/>
            </a:prstGeom>
            <a:solidFill>
              <a:schemeClr val="accent2"/>
            </a:solidFill>
          </p:spPr>
          <p:txBody>
            <a:bodyPr wrap="square" lIns="0" rIns="0" rtlCol="0" anchor="b">
              <a:spAutoFit/>
            </a:bodyPr>
            <a:lstStyle/>
            <a:p>
              <a:pPr algn="ctr"/>
              <a:r>
                <a:rPr lang="en-US" sz="1350" b="1" cap="all" noProof="1">
                  <a:solidFill>
                    <a:schemeClr val="tx1">
                      <a:lumMod val="85000"/>
                      <a:lumOff val="15000"/>
                    </a:schemeClr>
                  </a:solidFill>
                </a:rPr>
                <a:t>Economic</a:t>
              </a:r>
            </a:p>
          </p:txBody>
        </p:sp>
        <p:sp>
          <p:nvSpPr>
            <p:cNvPr id="9" name="TextBox 8">
              <a:extLst>
                <a:ext uri="{FF2B5EF4-FFF2-40B4-BE49-F238E27FC236}">
                  <a16:creationId xmlns:a16="http://schemas.microsoft.com/office/drawing/2014/main" id="{C860D83D-965D-F4C9-7A3E-19320547AE34}"/>
                </a:ext>
              </a:extLst>
            </p:cNvPr>
            <p:cNvSpPr txBox="1"/>
            <p:nvPr/>
          </p:nvSpPr>
          <p:spPr>
            <a:xfrm>
              <a:off x="332936" y="3086922"/>
              <a:ext cx="2926080" cy="1559402"/>
            </a:xfrm>
            <a:prstGeom prst="rect">
              <a:avLst/>
            </a:prstGeom>
            <a:noFill/>
          </p:spPr>
          <p:txBody>
            <a:bodyPr wrap="square" lIns="0" rIns="0" rtlCol="0" anchor="t">
              <a:spAutoFit/>
            </a:bodyPr>
            <a:lstStyle/>
            <a:p>
              <a:r>
                <a:rPr lang="en-US" sz="1000" noProof="1">
                  <a:solidFill>
                    <a:schemeClr val="tx1">
                      <a:lumMod val="65000"/>
                      <a:lumOff val="35000"/>
                    </a:schemeClr>
                  </a:solidFill>
                </a:rPr>
                <a:t>A 10% predicted sales boost following the launch of a wallet offers an opportunity in the growing global mobile payments market.</a:t>
              </a:r>
            </a:p>
          </p:txBody>
        </p:sp>
      </p:grpSp>
      <p:grpSp>
        <p:nvGrpSpPr>
          <p:cNvPr id="10" name="Group 9">
            <a:extLst>
              <a:ext uri="{FF2B5EF4-FFF2-40B4-BE49-F238E27FC236}">
                <a16:creationId xmlns:a16="http://schemas.microsoft.com/office/drawing/2014/main" id="{DADBA9A3-DDC4-3714-58A7-AA9B3E26D4B2}"/>
              </a:ext>
            </a:extLst>
          </p:cNvPr>
          <p:cNvGrpSpPr/>
          <p:nvPr/>
        </p:nvGrpSpPr>
        <p:grpSpPr>
          <a:xfrm>
            <a:off x="6030140" y="2142725"/>
            <a:ext cx="1500805" cy="1456210"/>
            <a:chOff x="28809" y="2704710"/>
            <a:chExt cx="3465170" cy="1941614"/>
          </a:xfrm>
        </p:grpSpPr>
        <p:sp>
          <p:nvSpPr>
            <p:cNvPr id="11" name="TextBox 10">
              <a:extLst>
                <a:ext uri="{FF2B5EF4-FFF2-40B4-BE49-F238E27FC236}">
                  <a16:creationId xmlns:a16="http://schemas.microsoft.com/office/drawing/2014/main" id="{4277E3ED-ADE9-EF34-216F-CA2CDF24755A}"/>
                </a:ext>
              </a:extLst>
            </p:cNvPr>
            <p:cNvSpPr txBox="1"/>
            <p:nvPr/>
          </p:nvSpPr>
          <p:spPr>
            <a:xfrm>
              <a:off x="28809" y="2704710"/>
              <a:ext cx="3465170" cy="384721"/>
            </a:xfrm>
            <a:prstGeom prst="rect">
              <a:avLst/>
            </a:prstGeom>
            <a:solidFill>
              <a:schemeClr val="accent5"/>
            </a:solidFill>
          </p:spPr>
          <p:txBody>
            <a:bodyPr wrap="square" lIns="0" rIns="0" rtlCol="0" anchor="b">
              <a:spAutoFit/>
            </a:bodyPr>
            <a:lstStyle/>
            <a:p>
              <a:pPr algn="ctr"/>
              <a:r>
                <a:rPr lang="en-US" sz="1275" b="1" cap="all" noProof="1">
                  <a:solidFill>
                    <a:schemeClr val="bg1"/>
                  </a:solidFill>
                </a:rPr>
                <a:t>Technological</a:t>
              </a:r>
            </a:p>
          </p:txBody>
        </p:sp>
        <p:sp>
          <p:nvSpPr>
            <p:cNvPr id="12" name="TextBox 11">
              <a:extLst>
                <a:ext uri="{FF2B5EF4-FFF2-40B4-BE49-F238E27FC236}">
                  <a16:creationId xmlns:a16="http://schemas.microsoft.com/office/drawing/2014/main" id="{FF47EDA5-94CF-A584-1295-45CC94F0A05F}"/>
                </a:ext>
              </a:extLst>
            </p:cNvPr>
            <p:cNvSpPr txBox="1"/>
            <p:nvPr/>
          </p:nvSpPr>
          <p:spPr>
            <a:xfrm>
              <a:off x="332936" y="3086922"/>
              <a:ext cx="2926080" cy="1559402"/>
            </a:xfrm>
            <a:prstGeom prst="rect">
              <a:avLst/>
            </a:prstGeom>
            <a:noFill/>
          </p:spPr>
          <p:txBody>
            <a:bodyPr wrap="square" lIns="0" rIns="0" rtlCol="0" anchor="t">
              <a:spAutoFit/>
            </a:bodyPr>
            <a:lstStyle/>
            <a:p>
              <a:r>
                <a:rPr lang="en-US" sz="1000" noProof="1">
                  <a:solidFill>
                    <a:schemeClr val="tx1">
                      <a:lumMod val="65000"/>
                      <a:lumOff val="35000"/>
                    </a:schemeClr>
                  </a:solidFill>
                </a:rPr>
                <a:t>Evo-Konnect is investing in biometric verification, encryption, and the potential that 5G will bring to improve wallet dependence.</a:t>
              </a:r>
            </a:p>
          </p:txBody>
        </p:sp>
      </p:grpSp>
      <p:grpSp>
        <p:nvGrpSpPr>
          <p:cNvPr id="13" name="Group 12">
            <a:extLst>
              <a:ext uri="{FF2B5EF4-FFF2-40B4-BE49-F238E27FC236}">
                <a16:creationId xmlns:a16="http://schemas.microsoft.com/office/drawing/2014/main" id="{1902F7E5-AE9F-F6AF-5CCA-AE2A1A582C91}"/>
              </a:ext>
            </a:extLst>
          </p:cNvPr>
          <p:cNvGrpSpPr/>
          <p:nvPr/>
        </p:nvGrpSpPr>
        <p:grpSpPr>
          <a:xfrm>
            <a:off x="7596854" y="2131182"/>
            <a:ext cx="1267319" cy="1467751"/>
            <a:chOff x="332936" y="2689322"/>
            <a:chExt cx="2926080" cy="1957001"/>
          </a:xfrm>
        </p:grpSpPr>
        <p:sp>
          <p:nvSpPr>
            <p:cNvPr id="14" name="TextBox 13">
              <a:extLst>
                <a:ext uri="{FF2B5EF4-FFF2-40B4-BE49-F238E27FC236}">
                  <a16:creationId xmlns:a16="http://schemas.microsoft.com/office/drawing/2014/main" id="{46889754-CB32-EA16-2345-476E836D1FFF}"/>
                </a:ext>
              </a:extLst>
            </p:cNvPr>
            <p:cNvSpPr txBox="1"/>
            <p:nvPr/>
          </p:nvSpPr>
          <p:spPr>
            <a:xfrm>
              <a:off x="332936" y="2689322"/>
              <a:ext cx="2926080" cy="400109"/>
            </a:xfrm>
            <a:prstGeom prst="rect">
              <a:avLst/>
            </a:prstGeom>
            <a:solidFill>
              <a:schemeClr val="accent4"/>
            </a:solidFill>
          </p:spPr>
          <p:txBody>
            <a:bodyPr wrap="square" lIns="0" rIns="0" rtlCol="0" anchor="b">
              <a:spAutoFit/>
            </a:bodyPr>
            <a:lstStyle/>
            <a:p>
              <a:pPr algn="ctr"/>
              <a:r>
                <a:rPr lang="en-US" sz="1350" b="1" cap="all" noProof="1">
                  <a:solidFill>
                    <a:schemeClr val="tx1">
                      <a:lumMod val="85000"/>
                      <a:lumOff val="15000"/>
                    </a:schemeClr>
                  </a:solidFill>
                </a:rPr>
                <a:t>Legal</a:t>
              </a:r>
            </a:p>
          </p:txBody>
        </p:sp>
        <p:sp>
          <p:nvSpPr>
            <p:cNvPr id="15" name="TextBox 14">
              <a:extLst>
                <a:ext uri="{FF2B5EF4-FFF2-40B4-BE49-F238E27FC236}">
                  <a16:creationId xmlns:a16="http://schemas.microsoft.com/office/drawing/2014/main" id="{92C358C0-665A-A40F-76CC-414EAEEE9994}"/>
                </a:ext>
              </a:extLst>
            </p:cNvPr>
            <p:cNvSpPr txBox="1"/>
            <p:nvPr/>
          </p:nvSpPr>
          <p:spPr>
            <a:xfrm>
              <a:off x="332936" y="3086922"/>
              <a:ext cx="2926080" cy="1559401"/>
            </a:xfrm>
            <a:prstGeom prst="rect">
              <a:avLst/>
            </a:prstGeom>
            <a:noFill/>
          </p:spPr>
          <p:txBody>
            <a:bodyPr wrap="square" lIns="0" rIns="0" rtlCol="0" anchor="t">
              <a:spAutoFit/>
            </a:bodyPr>
            <a:lstStyle/>
            <a:p>
              <a:r>
                <a:rPr lang="en-US" sz="1000" noProof="1">
                  <a:solidFill>
                    <a:schemeClr val="tx1">
                      <a:lumMod val="65000"/>
                      <a:lumOff val="35000"/>
                    </a:schemeClr>
                  </a:solidFill>
                </a:rPr>
                <a:t>Complying with financial and data privacy requirements is crucial to avoiding charges and safeguarding client confidence.</a:t>
              </a:r>
            </a:p>
          </p:txBody>
        </p:sp>
      </p:grpSp>
      <p:grpSp>
        <p:nvGrpSpPr>
          <p:cNvPr id="100" name="Group 99">
            <a:extLst>
              <a:ext uri="{FF2B5EF4-FFF2-40B4-BE49-F238E27FC236}">
                <a16:creationId xmlns:a16="http://schemas.microsoft.com/office/drawing/2014/main" id="{EC3149BE-8AB3-AA06-8ADB-22D83E0CD475}"/>
              </a:ext>
            </a:extLst>
          </p:cNvPr>
          <p:cNvGrpSpPr/>
          <p:nvPr/>
        </p:nvGrpSpPr>
        <p:grpSpPr>
          <a:xfrm>
            <a:off x="3353575" y="3738785"/>
            <a:ext cx="1329396" cy="2567123"/>
            <a:chOff x="1829575" y="3738784"/>
            <a:chExt cx="1329396" cy="2567123"/>
          </a:xfrm>
        </p:grpSpPr>
        <p:sp>
          <p:nvSpPr>
            <p:cNvPr id="70" name="Shape">
              <a:extLst>
                <a:ext uri="{FF2B5EF4-FFF2-40B4-BE49-F238E27FC236}">
                  <a16:creationId xmlns:a16="http://schemas.microsoft.com/office/drawing/2014/main" id="{F3CEC78A-FFAC-DD48-B388-628FEA5EFD66}"/>
                </a:ext>
              </a:extLst>
            </p:cNvPr>
            <p:cNvSpPr/>
            <p:nvPr/>
          </p:nvSpPr>
          <p:spPr>
            <a:xfrm>
              <a:off x="2350927" y="4244143"/>
              <a:ext cx="480619" cy="1342541"/>
            </a:xfrm>
            <a:prstGeom prst="rect">
              <a:avLst/>
            </a:prstGeom>
            <a:solidFill>
              <a:schemeClr val="bg2">
                <a:lumMod val="25000"/>
              </a:schemeClr>
            </a:solidFill>
            <a:ln w="12700">
              <a:miter lim="400000"/>
            </a:ln>
          </p:spPr>
          <p:txBody>
            <a:bodyPr lIns="28575" tIns="28575" rIns="28575" bIns="28575" anchor="ctr"/>
            <a:lstStyle/>
            <a:p>
              <a:endParaRPr sz="2250" dirty="0">
                <a:solidFill>
                  <a:srgbClr val="FFFFFF"/>
                </a:solidFill>
              </a:endParaRPr>
            </a:p>
          </p:txBody>
        </p:sp>
        <p:sp>
          <p:nvSpPr>
            <p:cNvPr id="84" name="Freeform: Shape 83">
              <a:extLst>
                <a:ext uri="{FF2B5EF4-FFF2-40B4-BE49-F238E27FC236}">
                  <a16:creationId xmlns:a16="http://schemas.microsoft.com/office/drawing/2014/main" id="{153EA590-F10D-D56A-C370-3E8F19B9E720}"/>
                </a:ext>
              </a:extLst>
            </p:cNvPr>
            <p:cNvSpPr/>
            <p:nvPr/>
          </p:nvSpPr>
          <p:spPr>
            <a:xfrm>
              <a:off x="1829575" y="3931915"/>
              <a:ext cx="605375" cy="2373992"/>
            </a:xfrm>
            <a:custGeom>
              <a:avLst/>
              <a:gdLst>
                <a:gd name="connsiteX0" fmla="*/ 0 w 605375"/>
                <a:gd name="connsiteY0" fmla="*/ 0 h 2373992"/>
                <a:gd name="connsiteX1" fmla="*/ 605375 w 605375"/>
                <a:gd name="connsiteY1" fmla="*/ 0 h 2373992"/>
                <a:gd name="connsiteX2" fmla="*/ 605375 w 605375"/>
                <a:gd name="connsiteY2" fmla="*/ 1392745 h 2373992"/>
                <a:gd name="connsiteX3" fmla="*/ 605375 w 605375"/>
                <a:gd name="connsiteY3" fmla="*/ 1654768 h 2373992"/>
                <a:gd name="connsiteX4" fmla="*/ 605375 w 605375"/>
                <a:gd name="connsiteY4" fmla="*/ 2373992 h 2373992"/>
                <a:gd name="connsiteX5" fmla="*/ 0 w 605375"/>
                <a:gd name="connsiteY5" fmla="*/ 2373992 h 2373992"/>
                <a:gd name="connsiteX6" fmla="*/ 0 w 605375"/>
                <a:gd name="connsiteY6" fmla="*/ 1654768 h 2373992"/>
                <a:gd name="connsiteX7" fmla="*/ 0 w 605375"/>
                <a:gd name="connsiteY7" fmla="*/ 1392745 h 237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375" h="2373992">
                  <a:moveTo>
                    <a:pt x="0" y="0"/>
                  </a:moveTo>
                  <a:lnTo>
                    <a:pt x="605375" y="0"/>
                  </a:lnTo>
                  <a:lnTo>
                    <a:pt x="605375" y="1392745"/>
                  </a:lnTo>
                  <a:lnTo>
                    <a:pt x="605375" y="1654768"/>
                  </a:lnTo>
                  <a:lnTo>
                    <a:pt x="605375" y="2373992"/>
                  </a:lnTo>
                  <a:lnTo>
                    <a:pt x="0" y="2373992"/>
                  </a:lnTo>
                  <a:lnTo>
                    <a:pt x="0" y="1654768"/>
                  </a:lnTo>
                  <a:lnTo>
                    <a:pt x="0" y="1392745"/>
                  </a:lnTo>
                  <a:close/>
                </a:path>
              </a:pathLst>
            </a:custGeom>
            <a:solidFill>
              <a:schemeClr val="bg2">
                <a:lumMod val="25000"/>
              </a:schemeClr>
            </a:solidFill>
            <a:ln w="12700">
              <a:miter lim="400000"/>
            </a:ln>
          </p:spPr>
          <p:txBody>
            <a:bodyPr wrap="square" lIns="28575" tIns="28575" rIns="28575" bIns="28575" anchor="ctr">
              <a:noAutofit/>
            </a:bodyPr>
            <a:lstStyle/>
            <a:p>
              <a:pPr>
                <a:defRPr sz="3000">
                  <a:solidFill>
                    <a:srgbClr val="FFFFFF"/>
                  </a:solidFill>
                </a:defRPr>
              </a:pPr>
              <a:endParaRPr sz="2250" dirty="0"/>
            </a:p>
          </p:txBody>
        </p:sp>
        <p:sp>
          <p:nvSpPr>
            <p:cNvPr id="86" name="Freeform: Shape 85">
              <a:extLst>
                <a:ext uri="{FF2B5EF4-FFF2-40B4-BE49-F238E27FC236}">
                  <a16:creationId xmlns:a16="http://schemas.microsoft.com/office/drawing/2014/main" id="{99BBC95F-943C-C98A-DDB4-04A34CC5BB7D}"/>
                </a:ext>
              </a:extLst>
            </p:cNvPr>
            <p:cNvSpPr/>
            <p:nvPr/>
          </p:nvSpPr>
          <p:spPr>
            <a:xfrm>
              <a:off x="2312404" y="4554989"/>
              <a:ext cx="846567" cy="1750918"/>
            </a:xfrm>
            <a:custGeom>
              <a:avLst/>
              <a:gdLst>
                <a:gd name="connsiteX0" fmla="*/ 0 w 846567"/>
                <a:gd name="connsiteY0" fmla="*/ 0 h 1750918"/>
                <a:gd name="connsiteX1" fmla="*/ 846567 w 846567"/>
                <a:gd name="connsiteY1" fmla="*/ 0 h 1750918"/>
                <a:gd name="connsiteX2" fmla="*/ 846567 w 846567"/>
                <a:gd name="connsiteY2" fmla="*/ 873623 h 1750918"/>
                <a:gd name="connsiteX3" fmla="*/ 846567 w 846567"/>
                <a:gd name="connsiteY3" fmla="*/ 1031693 h 1750918"/>
                <a:gd name="connsiteX4" fmla="*/ 846567 w 846567"/>
                <a:gd name="connsiteY4" fmla="*/ 1750918 h 1750918"/>
                <a:gd name="connsiteX5" fmla="*/ 0 w 846567"/>
                <a:gd name="connsiteY5" fmla="*/ 1750918 h 1750918"/>
                <a:gd name="connsiteX6" fmla="*/ 0 w 846567"/>
                <a:gd name="connsiteY6" fmla="*/ 1031693 h 1750918"/>
                <a:gd name="connsiteX7" fmla="*/ 0 w 846567"/>
                <a:gd name="connsiteY7" fmla="*/ 873623 h 175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6567" h="1750918">
                  <a:moveTo>
                    <a:pt x="0" y="0"/>
                  </a:moveTo>
                  <a:lnTo>
                    <a:pt x="846567" y="0"/>
                  </a:lnTo>
                  <a:lnTo>
                    <a:pt x="846567" y="873623"/>
                  </a:lnTo>
                  <a:lnTo>
                    <a:pt x="846567" y="1031693"/>
                  </a:lnTo>
                  <a:lnTo>
                    <a:pt x="846567" y="1750918"/>
                  </a:lnTo>
                  <a:lnTo>
                    <a:pt x="0" y="1750918"/>
                  </a:lnTo>
                  <a:lnTo>
                    <a:pt x="0" y="1031693"/>
                  </a:lnTo>
                  <a:lnTo>
                    <a:pt x="0" y="873623"/>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69" name="Shape">
              <a:extLst>
                <a:ext uri="{FF2B5EF4-FFF2-40B4-BE49-F238E27FC236}">
                  <a16:creationId xmlns:a16="http://schemas.microsoft.com/office/drawing/2014/main" id="{6962AD22-D402-2616-FC47-E29043E1B780}"/>
                </a:ext>
              </a:extLst>
            </p:cNvPr>
            <p:cNvSpPr/>
            <p:nvPr/>
          </p:nvSpPr>
          <p:spPr>
            <a:xfrm>
              <a:off x="2156748" y="3884328"/>
              <a:ext cx="605375" cy="558392"/>
            </a:xfrm>
            <a:prstGeom prst="rect">
              <a:avLst/>
            </a:prstGeom>
            <a:solidFill>
              <a:schemeClr val="bg2">
                <a:lumMod val="25000"/>
              </a:schemeClr>
            </a:solidFill>
            <a:ln w="12700">
              <a:miter lim="400000"/>
            </a:ln>
          </p:spPr>
          <p:txBody>
            <a:bodyPr lIns="28575" tIns="28575" rIns="28575" bIns="28575" anchor="ctr"/>
            <a:lstStyle/>
            <a:p>
              <a:pPr>
                <a:defRPr sz="3000">
                  <a:solidFill>
                    <a:srgbClr val="FFFFFF"/>
                  </a:solidFill>
                </a:defRPr>
              </a:pPr>
              <a:endParaRPr sz="2250" dirty="0"/>
            </a:p>
          </p:txBody>
        </p:sp>
        <p:sp>
          <p:nvSpPr>
            <p:cNvPr id="72" name="Shape">
              <a:extLst>
                <a:ext uri="{FF2B5EF4-FFF2-40B4-BE49-F238E27FC236}">
                  <a16:creationId xmlns:a16="http://schemas.microsoft.com/office/drawing/2014/main" id="{746FD2A0-9B47-E4C2-A979-FE6FA6F9A47A}"/>
                </a:ext>
              </a:extLst>
            </p:cNvPr>
            <p:cNvSpPr/>
            <p:nvPr/>
          </p:nvSpPr>
          <p:spPr>
            <a:xfrm>
              <a:off x="1829575" y="3738784"/>
              <a:ext cx="1329396" cy="1011186"/>
            </a:xfrm>
            <a:custGeom>
              <a:avLst/>
              <a:gdLst/>
              <a:ahLst/>
              <a:cxnLst>
                <a:cxn ang="0">
                  <a:pos x="wd2" y="hd2"/>
                </a:cxn>
                <a:cxn ang="5400000">
                  <a:pos x="wd2" y="hd2"/>
                </a:cxn>
                <a:cxn ang="10800000">
                  <a:pos x="wd2" y="hd2"/>
                </a:cxn>
                <a:cxn ang="16200000">
                  <a:pos x="wd2" y="hd2"/>
                </a:cxn>
              </a:cxnLst>
              <a:rect l="0" t="0" r="r" b="b"/>
              <a:pathLst>
                <a:path w="21600" h="21600" extrusionOk="0">
                  <a:moveTo>
                    <a:pt x="13755" y="0"/>
                  </a:moveTo>
                  <a:lnTo>
                    <a:pt x="15152" y="3109"/>
                  </a:lnTo>
                  <a:lnTo>
                    <a:pt x="6384" y="5761"/>
                  </a:lnTo>
                  <a:lnTo>
                    <a:pt x="8215" y="9832"/>
                  </a:lnTo>
                  <a:lnTo>
                    <a:pt x="14932" y="7799"/>
                  </a:lnTo>
                  <a:lnTo>
                    <a:pt x="16280" y="10795"/>
                  </a:lnTo>
                  <a:lnTo>
                    <a:pt x="9563" y="12823"/>
                  </a:lnTo>
                  <a:lnTo>
                    <a:pt x="11431" y="16978"/>
                  </a:lnTo>
                  <a:lnTo>
                    <a:pt x="20199" y="14326"/>
                  </a:lnTo>
                  <a:lnTo>
                    <a:pt x="21600" y="17435"/>
                  </a:lnTo>
                  <a:lnTo>
                    <a:pt x="7845" y="21600"/>
                  </a:lnTo>
                  <a:lnTo>
                    <a:pt x="0" y="4160"/>
                  </a:ln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grpSp>
      <p:grpSp>
        <p:nvGrpSpPr>
          <p:cNvPr id="101" name="Group 100">
            <a:extLst>
              <a:ext uri="{FF2B5EF4-FFF2-40B4-BE49-F238E27FC236}">
                <a16:creationId xmlns:a16="http://schemas.microsoft.com/office/drawing/2014/main" id="{63D07432-FEDB-DA3C-A209-B9D7CD5ED596}"/>
              </a:ext>
            </a:extLst>
          </p:cNvPr>
          <p:cNvGrpSpPr/>
          <p:nvPr/>
        </p:nvGrpSpPr>
        <p:grpSpPr>
          <a:xfrm>
            <a:off x="4836677" y="3846847"/>
            <a:ext cx="1116758" cy="2459062"/>
            <a:chOff x="3312677" y="3846847"/>
            <a:chExt cx="1116758" cy="2459062"/>
          </a:xfrm>
        </p:grpSpPr>
        <p:sp>
          <p:nvSpPr>
            <p:cNvPr id="63" name="Shape">
              <a:extLst>
                <a:ext uri="{FF2B5EF4-FFF2-40B4-BE49-F238E27FC236}">
                  <a16:creationId xmlns:a16="http://schemas.microsoft.com/office/drawing/2014/main" id="{AFF36E57-F88A-2326-419E-F9FF0E9E8D29}"/>
                </a:ext>
              </a:extLst>
            </p:cNvPr>
            <p:cNvSpPr/>
            <p:nvPr/>
          </p:nvSpPr>
          <p:spPr>
            <a:xfrm>
              <a:off x="3520216" y="3869153"/>
              <a:ext cx="577755" cy="1717531"/>
            </a:xfrm>
            <a:custGeom>
              <a:avLst/>
              <a:gdLst>
                <a:gd name="connsiteX0" fmla="*/ 0 w 562066"/>
                <a:gd name="connsiteY0" fmla="*/ 0 h 2290042"/>
                <a:gd name="connsiteX1" fmla="*/ 562066 w 562066"/>
                <a:gd name="connsiteY1" fmla="*/ 0 h 2290042"/>
                <a:gd name="connsiteX2" fmla="*/ 562066 w 562066"/>
                <a:gd name="connsiteY2" fmla="*/ 2290042 h 2290042"/>
                <a:gd name="connsiteX3" fmla="*/ 0 w 562066"/>
                <a:gd name="connsiteY3" fmla="*/ 2290042 h 2290042"/>
                <a:gd name="connsiteX4" fmla="*/ 0 w 562066"/>
                <a:gd name="connsiteY4" fmla="*/ 0 h 2290042"/>
                <a:gd name="connsiteX0" fmla="*/ 8249 w 570315"/>
                <a:gd name="connsiteY0" fmla="*/ 0 h 2290042"/>
                <a:gd name="connsiteX1" fmla="*/ 570315 w 570315"/>
                <a:gd name="connsiteY1" fmla="*/ 0 h 2290042"/>
                <a:gd name="connsiteX2" fmla="*/ 570315 w 570315"/>
                <a:gd name="connsiteY2" fmla="*/ 2290042 h 2290042"/>
                <a:gd name="connsiteX3" fmla="*/ 8249 w 570315"/>
                <a:gd name="connsiteY3" fmla="*/ 2290042 h 2290042"/>
                <a:gd name="connsiteX4" fmla="*/ 0 w 570315"/>
                <a:gd name="connsiteY4" fmla="*/ 303722 h 2290042"/>
                <a:gd name="connsiteX5" fmla="*/ 8249 w 570315"/>
                <a:gd name="connsiteY5" fmla="*/ 0 h 2290042"/>
                <a:gd name="connsiteX0" fmla="*/ 208274 w 770340"/>
                <a:gd name="connsiteY0" fmla="*/ 0 h 2290042"/>
                <a:gd name="connsiteX1" fmla="*/ 770340 w 770340"/>
                <a:gd name="connsiteY1" fmla="*/ 0 h 2290042"/>
                <a:gd name="connsiteX2" fmla="*/ 770340 w 770340"/>
                <a:gd name="connsiteY2" fmla="*/ 2290042 h 2290042"/>
                <a:gd name="connsiteX3" fmla="*/ 208274 w 770340"/>
                <a:gd name="connsiteY3" fmla="*/ 2290042 h 2290042"/>
                <a:gd name="connsiteX4" fmla="*/ 0 w 770340"/>
                <a:gd name="connsiteY4" fmla="*/ 322772 h 2290042"/>
                <a:gd name="connsiteX5" fmla="*/ 208274 w 770340"/>
                <a:gd name="connsiteY5" fmla="*/ 0 h 2290042"/>
                <a:gd name="connsiteX0" fmla="*/ 214759 w 770340"/>
                <a:gd name="connsiteY0" fmla="*/ 110247 h 2290042"/>
                <a:gd name="connsiteX1" fmla="*/ 770340 w 770340"/>
                <a:gd name="connsiteY1" fmla="*/ 0 h 2290042"/>
                <a:gd name="connsiteX2" fmla="*/ 770340 w 770340"/>
                <a:gd name="connsiteY2" fmla="*/ 2290042 h 2290042"/>
                <a:gd name="connsiteX3" fmla="*/ 208274 w 770340"/>
                <a:gd name="connsiteY3" fmla="*/ 2290042 h 2290042"/>
                <a:gd name="connsiteX4" fmla="*/ 0 w 770340"/>
                <a:gd name="connsiteY4" fmla="*/ 322772 h 2290042"/>
                <a:gd name="connsiteX5" fmla="*/ 214759 w 770340"/>
                <a:gd name="connsiteY5" fmla="*/ 110247 h 229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340" h="2290042">
                  <a:moveTo>
                    <a:pt x="214759" y="110247"/>
                  </a:moveTo>
                  <a:lnTo>
                    <a:pt x="770340" y="0"/>
                  </a:lnTo>
                  <a:lnTo>
                    <a:pt x="770340" y="2290042"/>
                  </a:lnTo>
                  <a:lnTo>
                    <a:pt x="208274" y="2290042"/>
                  </a:lnTo>
                  <a:cubicBezTo>
                    <a:pt x="205524" y="1627935"/>
                    <a:pt x="2750" y="984879"/>
                    <a:pt x="0" y="322772"/>
                  </a:cubicBezTo>
                  <a:lnTo>
                    <a:pt x="214759" y="110247"/>
                  </a:lnTo>
                  <a:close/>
                </a:path>
              </a:pathLst>
            </a:custGeom>
            <a:solidFill>
              <a:srgbClr val="232323"/>
            </a:solidFill>
            <a:ln w="12700">
              <a:miter lim="400000"/>
            </a:ln>
          </p:spPr>
          <p:txBody>
            <a:bodyPr lIns="28575" tIns="28575" rIns="28575" bIns="28575" anchor="ctr"/>
            <a:lstStyle/>
            <a:p>
              <a:pPr>
                <a:defRPr sz="3000">
                  <a:solidFill>
                    <a:srgbClr val="FFFFFF"/>
                  </a:solidFill>
                </a:defRPr>
              </a:pPr>
              <a:endParaRPr sz="2250" dirty="0"/>
            </a:p>
          </p:txBody>
        </p:sp>
        <p:sp>
          <p:nvSpPr>
            <p:cNvPr id="64" name="Shape">
              <a:extLst>
                <a:ext uri="{FF2B5EF4-FFF2-40B4-BE49-F238E27FC236}">
                  <a16:creationId xmlns:a16="http://schemas.microsoft.com/office/drawing/2014/main" id="{1CADE243-8678-C540-C626-5CF33316A553}"/>
                </a:ext>
              </a:extLst>
            </p:cNvPr>
            <p:cNvSpPr/>
            <p:nvPr/>
          </p:nvSpPr>
          <p:spPr>
            <a:xfrm>
              <a:off x="3795015" y="4393168"/>
              <a:ext cx="367646" cy="181273"/>
            </a:xfrm>
            <a:prstGeom prst="rect">
              <a:avLst/>
            </a:prstGeom>
            <a:solidFill>
              <a:srgbClr val="232323"/>
            </a:solidFill>
            <a:ln w="12700">
              <a:miter lim="400000"/>
            </a:ln>
          </p:spPr>
          <p:txBody>
            <a:bodyPr lIns="28575" tIns="28575" rIns="28575" bIns="28575" anchor="ctr"/>
            <a:lstStyle/>
            <a:p>
              <a:pPr>
                <a:defRPr sz="3000">
                  <a:solidFill>
                    <a:srgbClr val="FFFFFF"/>
                  </a:solidFill>
                </a:defRPr>
              </a:pPr>
              <a:endParaRPr sz="2250" dirty="0"/>
            </a:p>
          </p:txBody>
        </p:sp>
        <p:sp>
          <p:nvSpPr>
            <p:cNvPr id="87" name="Freeform: Shape 86">
              <a:extLst>
                <a:ext uri="{FF2B5EF4-FFF2-40B4-BE49-F238E27FC236}">
                  <a16:creationId xmlns:a16="http://schemas.microsoft.com/office/drawing/2014/main" id="{7E83176A-D5F7-15DA-2D1F-5AC5FBD90F8C}"/>
                </a:ext>
              </a:extLst>
            </p:cNvPr>
            <p:cNvSpPr/>
            <p:nvPr/>
          </p:nvSpPr>
          <p:spPr>
            <a:xfrm>
              <a:off x="3312677" y="4129090"/>
              <a:ext cx="367646" cy="2176818"/>
            </a:xfrm>
            <a:custGeom>
              <a:avLst/>
              <a:gdLst>
                <a:gd name="connsiteX0" fmla="*/ 0 w 367646"/>
                <a:gd name="connsiteY0" fmla="*/ 0 h 2176818"/>
                <a:gd name="connsiteX1" fmla="*/ 367646 w 367646"/>
                <a:gd name="connsiteY1" fmla="*/ 0 h 2176818"/>
                <a:gd name="connsiteX2" fmla="*/ 367646 w 367646"/>
                <a:gd name="connsiteY2" fmla="*/ 1269505 h 2176818"/>
                <a:gd name="connsiteX3" fmla="*/ 367646 w 367646"/>
                <a:gd name="connsiteY3" fmla="*/ 1457593 h 2176818"/>
                <a:gd name="connsiteX4" fmla="*/ 367646 w 367646"/>
                <a:gd name="connsiteY4" fmla="*/ 2176818 h 2176818"/>
                <a:gd name="connsiteX5" fmla="*/ 0 w 367646"/>
                <a:gd name="connsiteY5" fmla="*/ 2176818 h 2176818"/>
                <a:gd name="connsiteX6" fmla="*/ 0 w 367646"/>
                <a:gd name="connsiteY6" fmla="*/ 1457593 h 2176818"/>
                <a:gd name="connsiteX7" fmla="*/ 0 w 367646"/>
                <a:gd name="connsiteY7" fmla="*/ 1269505 h 21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646" h="2176818">
                  <a:moveTo>
                    <a:pt x="0" y="0"/>
                  </a:moveTo>
                  <a:lnTo>
                    <a:pt x="367646" y="0"/>
                  </a:lnTo>
                  <a:lnTo>
                    <a:pt x="367646" y="1269505"/>
                  </a:lnTo>
                  <a:lnTo>
                    <a:pt x="367646" y="1457593"/>
                  </a:lnTo>
                  <a:lnTo>
                    <a:pt x="367646" y="2176818"/>
                  </a:lnTo>
                  <a:lnTo>
                    <a:pt x="0" y="2176818"/>
                  </a:lnTo>
                  <a:lnTo>
                    <a:pt x="0" y="1457593"/>
                  </a:lnTo>
                  <a:lnTo>
                    <a:pt x="0" y="1269505"/>
                  </a:lnTo>
                  <a:close/>
                </a:path>
              </a:pathLst>
            </a:custGeom>
            <a:solidFill>
              <a:srgbClr val="232323"/>
            </a:solidFill>
            <a:ln w="12700">
              <a:miter lim="400000"/>
            </a:ln>
          </p:spPr>
          <p:txBody>
            <a:bodyPr wrap="square" lIns="28575" tIns="28575" rIns="28575" bIns="28575" anchor="ctr">
              <a:noAutofit/>
            </a:bodyPr>
            <a:lstStyle/>
            <a:p>
              <a:pPr>
                <a:defRPr sz="3000">
                  <a:solidFill>
                    <a:srgbClr val="FFFFFF"/>
                  </a:solidFill>
                </a:defRPr>
              </a:pPr>
              <a:endParaRPr sz="2250" dirty="0"/>
            </a:p>
          </p:txBody>
        </p:sp>
        <p:sp>
          <p:nvSpPr>
            <p:cNvPr id="89" name="Freeform: Shape 88">
              <a:extLst>
                <a:ext uri="{FF2B5EF4-FFF2-40B4-BE49-F238E27FC236}">
                  <a16:creationId xmlns:a16="http://schemas.microsoft.com/office/drawing/2014/main" id="{BB669B9C-EAB6-F457-C30F-83CED2F6FA21}"/>
                </a:ext>
              </a:extLst>
            </p:cNvPr>
            <p:cNvSpPr/>
            <p:nvPr/>
          </p:nvSpPr>
          <p:spPr>
            <a:xfrm>
              <a:off x="3747372" y="4442720"/>
              <a:ext cx="682063" cy="1863189"/>
            </a:xfrm>
            <a:custGeom>
              <a:avLst/>
              <a:gdLst>
                <a:gd name="connsiteX0" fmla="*/ 682063 w 682063"/>
                <a:gd name="connsiteY0" fmla="*/ 0 h 1863189"/>
                <a:gd name="connsiteX1" fmla="*/ 682063 w 682063"/>
                <a:gd name="connsiteY1" fmla="*/ 609306 h 1863189"/>
                <a:gd name="connsiteX2" fmla="*/ 682063 w 682063"/>
                <a:gd name="connsiteY2" fmla="*/ 1143964 h 1863189"/>
                <a:gd name="connsiteX3" fmla="*/ 682063 w 682063"/>
                <a:gd name="connsiteY3" fmla="*/ 1863189 h 1863189"/>
                <a:gd name="connsiteX4" fmla="*/ 0 w 682063"/>
                <a:gd name="connsiteY4" fmla="*/ 1863189 h 1863189"/>
                <a:gd name="connsiteX5" fmla="*/ 65027 w 682063"/>
                <a:gd name="connsiteY5" fmla="*/ 1143964 h 1863189"/>
                <a:gd name="connsiteX6" fmla="*/ 0 w 682063"/>
                <a:gd name="connsiteY6" fmla="*/ 1143964 h 1863189"/>
                <a:gd name="connsiteX7" fmla="*/ 89297 w 682063"/>
                <a:gd name="connsiteY7" fmla="*/ 242887 h 186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2063" h="1863189">
                  <a:moveTo>
                    <a:pt x="682063" y="0"/>
                  </a:moveTo>
                  <a:lnTo>
                    <a:pt x="682063" y="609306"/>
                  </a:lnTo>
                  <a:lnTo>
                    <a:pt x="682063" y="1143964"/>
                  </a:lnTo>
                  <a:lnTo>
                    <a:pt x="682063" y="1863189"/>
                  </a:lnTo>
                  <a:lnTo>
                    <a:pt x="0" y="1863189"/>
                  </a:lnTo>
                  <a:lnTo>
                    <a:pt x="65027" y="1143964"/>
                  </a:lnTo>
                  <a:lnTo>
                    <a:pt x="0" y="1143964"/>
                  </a:lnTo>
                  <a:lnTo>
                    <a:pt x="89297" y="242887"/>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88" name="Freeform: Shape 87">
              <a:extLst>
                <a:ext uri="{FF2B5EF4-FFF2-40B4-BE49-F238E27FC236}">
                  <a16:creationId xmlns:a16="http://schemas.microsoft.com/office/drawing/2014/main" id="{2BBBF688-1158-CB48-BE02-9E3D2B90D202}"/>
                </a:ext>
              </a:extLst>
            </p:cNvPr>
            <p:cNvSpPr/>
            <p:nvPr/>
          </p:nvSpPr>
          <p:spPr>
            <a:xfrm>
              <a:off x="3572362" y="4709389"/>
              <a:ext cx="682063" cy="1596520"/>
            </a:xfrm>
            <a:custGeom>
              <a:avLst/>
              <a:gdLst>
                <a:gd name="connsiteX0" fmla="*/ 0 w 682063"/>
                <a:gd name="connsiteY0" fmla="*/ 0 h 1596520"/>
                <a:gd name="connsiteX1" fmla="*/ 682063 w 682063"/>
                <a:gd name="connsiteY1" fmla="*/ 0 h 1596520"/>
                <a:gd name="connsiteX2" fmla="*/ 682063 w 682063"/>
                <a:gd name="connsiteY2" fmla="*/ 634928 h 1596520"/>
                <a:gd name="connsiteX3" fmla="*/ 682063 w 682063"/>
                <a:gd name="connsiteY3" fmla="*/ 877295 h 1596520"/>
                <a:gd name="connsiteX4" fmla="*/ 682063 w 682063"/>
                <a:gd name="connsiteY4" fmla="*/ 1596520 h 1596520"/>
                <a:gd name="connsiteX5" fmla="*/ 0 w 682063"/>
                <a:gd name="connsiteY5" fmla="*/ 1596520 h 1596520"/>
                <a:gd name="connsiteX6" fmla="*/ 0 w 682063"/>
                <a:gd name="connsiteY6" fmla="*/ 877295 h 1596520"/>
                <a:gd name="connsiteX7" fmla="*/ 0 w 682063"/>
                <a:gd name="connsiteY7" fmla="*/ 634928 h 15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2063" h="1596520">
                  <a:moveTo>
                    <a:pt x="0" y="0"/>
                  </a:moveTo>
                  <a:lnTo>
                    <a:pt x="682063" y="0"/>
                  </a:lnTo>
                  <a:lnTo>
                    <a:pt x="682063" y="634928"/>
                  </a:lnTo>
                  <a:lnTo>
                    <a:pt x="682063" y="877295"/>
                  </a:lnTo>
                  <a:lnTo>
                    <a:pt x="682063" y="1596520"/>
                  </a:lnTo>
                  <a:lnTo>
                    <a:pt x="0" y="1596520"/>
                  </a:lnTo>
                  <a:lnTo>
                    <a:pt x="0" y="877295"/>
                  </a:lnTo>
                  <a:lnTo>
                    <a:pt x="0" y="634928"/>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67" name="Shape">
              <a:extLst>
                <a:ext uri="{FF2B5EF4-FFF2-40B4-BE49-F238E27FC236}">
                  <a16:creationId xmlns:a16="http://schemas.microsoft.com/office/drawing/2014/main" id="{C81847B9-3E61-3D9A-67D0-B13E7714E29E}"/>
                </a:ext>
              </a:extLst>
            </p:cNvPr>
            <p:cNvSpPr/>
            <p:nvPr/>
          </p:nvSpPr>
          <p:spPr>
            <a:xfrm>
              <a:off x="3312695" y="3846847"/>
              <a:ext cx="1116733" cy="901597"/>
            </a:xfrm>
            <a:custGeom>
              <a:avLst/>
              <a:gdLst/>
              <a:ahLst/>
              <a:cxnLst>
                <a:cxn ang="0">
                  <a:pos x="wd2" y="hd2"/>
                </a:cxn>
                <a:cxn ang="5400000">
                  <a:pos x="wd2" y="hd2"/>
                </a:cxn>
                <a:cxn ang="10800000">
                  <a:pos x="wd2" y="hd2"/>
                </a:cxn>
                <a:cxn ang="16200000">
                  <a:pos x="wd2" y="hd2"/>
                </a:cxn>
              </a:cxnLst>
              <a:rect l="0" t="0" r="r" b="b"/>
              <a:pathLst>
                <a:path w="21529" h="21585" extrusionOk="0">
                  <a:moveTo>
                    <a:pt x="6389" y="689"/>
                  </a:moveTo>
                  <a:cubicBezTo>
                    <a:pt x="7164" y="468"/>
                    <a:pt x="7945" y="298"/>
                    <a:pt x="8725" y="182"/>
                  </a:cubicBezTo>
                  <a:cubicBezTo>
                    <a:pt x="9505" y="67"/>
                    <a:pt x="10272" y="6"/>
                    <a:pt x="11021" y="1"/>
                  </a:cubicBezTo>
                  <a:cubicBezTo>
                    <a:pt x="11770" y="-5"/>
                    <a:pt x="12492" y="39"/>
                    <a:pt x="13188" y="127"/>
                  </a:cubicBezTo>
                  <a:cubicBezTo>
                    <a:pt x="13884" y="215"/>
                    <a:pt x="14536" y="358"/>
                    <a:pt x="15139" y="551"/>
                  </a:cubicBezTo>
                  <a:lnTo>
                    <a:pt x="14682" y="3072"/>
                  </a:lnTo>
                  <a:cubicBezTo>
                    <a:pt x="14611" y="3336"/>
                    <a:pt x="14505" y="3551"/>
                    <a:pt x="14363" y="3711"/>
                  </a:cubicBezTo>
                  <a:cubicBezTo>
                    <a:pt x="14221" y="3870"/>
                    <a:pt x="14004" y="3997"/>
                    <a:pt x="13702" y="4085"/>
                  </a:cubicBezTo>
                  <a:cubicBezTo>
                    <a:pt x="13437" y="4162"/>
                    <a:pt x="13117" y="4178"/>
                    <a:pt x="12749" y="4134"/>
                  </a:cubicBezTo>
                  <a:cubicBezTo>
                    <a:pt x="12382" y="4090"/>
                    <a:pt x="11965" y="4046"/>
                    <a:pt x="11499" y="3997"/>
                  </a:cubicBezTo>
                  <a:cubicBezTo>
                    <a:pt x="11034" y="3947"/>
                    <a:pt x="10520" y="3931"/>
                    <a:pt x="9961" y="3942"/>
                  </a:cubicBezTo>
                  <a:cubicBezTo>
                    <a:pt x="9398" y="3953"/>
                    <a:pt x="8800" y="4052"/>
                    <a:pt x="8162" y="4234"/>
                  </a:cubicBezTo>
                  <a:cubicBezTo>
                    <a:pt x="7058" y="4547"/>
                    <a:pt x="6327" y="4966"/>
                    <a:pt x="5959" y="5478"/>
                  </a:cubicBezTo>
                  <a:cubicBezTo>
                    <a:pt x="5591" y="5995"/>
                    <a:pt x="5555" y="6562"/>
                    <a:pt x="5848" y="7178"/>
                  </a:cubicBezTo>
                  <a:cubicBezTo>
                    <a:pt x="6034" y="7569"/>
                    <a:pt x="6353" y="7850"/>
                    <a:pt x="6801" y="8021"/>
                  </a:cubicBezTo>
                  <a:cubicBezTo>
                    <a:pt x="7249" y="8186"/>
                    <a:pt x="7781" y="8290"/>
                    <a:pt x="8401" y="8329"/>
                  </a:cubicBezTo>
                  <a:cubicBezTo>
                    <a:pt x="9017" y="8367"/>
                    <a:pt x="9704" y="8367"/>
                    <a:pt x="10458" y="8329"/>
                  </a:cubicBezTo>
                  <a:cubicBezTo>
                    <a:pt x="11211" y="8290"/>
                    <a:pt x="11987" y="8268"/>
                    <a:pt x="12785" y="8257"/>
                  </a:cubicBezTo>
                  <a:cubicBezTo>
                    <a:pt x="13583" y="8246"/>
                    <a:pt x="14385" y="8274"/>
                    <a:pt x="15187" y="8340"/>
                  </a:cubicBezTo>
                  <a:cubicBezTo>
                    <a:pt x="15990" y="8406"/>
                    <a:pt x="16752" y="8566"/>
                    <a:pt x="17470" y="8813"/>
                  </a:cubicBezTo>
                  <a:cubicBezTo>
                    <a:pt x="18188" y="9067"/>
                    <a:pt x="18849" y="9435"/>
                    <a:pt x="19447" y="9914"/>
                  </a:cubicBezTo>
                  <a:cubicBezTo>
                    <a:pt x="20045" y="10399"/>
                    <a:pt x="20542" y="11048"/>
                    <a:pt x="20928" y="11863"/>
                  </a:cubicBezTo>
                  <a:cubicBezTo>
                    <a:pt x="21358" y="12766"/>
                    <a:pt x="21557" y="13668"/>
                    <a:pt x="21526" y="14571"/>
                  </a:cubicBezTo>
                  <a:cubicBezTo>
                    <a:pt x="21495" y="15474"/>
                    <a:pt x="21233" y="16327"/>
                    <a:pt x="20741" y="17136"/>
                  </a:cubicBezTo>
                  <a:cubicBezTo>
                    <a:pt x="20249" y="17940"/>
                    <a:pt x="19518" y="18678"/>
                    <a:pt x="18547" y="19333"/>
                  </a:cubicBezTo>
                  <a:cubicBezTo>
                    <a:pt x="17577" y="19993"/>
                    <a:pt x="16371" y="20527"/>
                    <a:pt x="14935" y="20934"/>
                  </a:cubicBezTo>
                  <a:cubicBezTo>
                    <a:pt x="14146" y="21160"/>
                    <a:pt x="13312" y="21325"/>
                    <a:pt x="12435" y="21435"/>
                  </a:cubicBezTo>
                  <a:cubicBezTo>
                    <a:pt x="11557" y="21545"/>
                    <a:pt x="10679" y="21595"/>
                    <a:pt x="9806" y="21584"/>
                  </a:cubicBezTo>
                  <a:cubicBezTo>
                    <a:pt x="8933" y="21573"/>
                    <a:pt x="8082" y="21512"/>
                    <a:pt x="7262" y="21391"/>
                  </a:cubicBezTo>
                  <a:cubicBezTo>
                    <a:pt x="6442" y="21270"/>
                    <a:pt x="5688" y="21089"/>
                    <a:pt x="5006" y="20846"/>
                  </a:cubicBezTo>
                  <a:lnTo>
                    <a:pt x="5737" y="18232"/>
                  </a:lnTo>
                  <a:cubicBezTo>
                    <a:pt x="5804" y="18039"/>
                    <a:pt x="5928" y="17863"/>
                    <a:pt x="6105" y="17692"/>
                  </a:cubicBezTo>
                  <a:cubicBezTo>
                    <a:pt x="6282" y="17527"/>
                    <a:pt x="6504" y="17401"/>
                    <a:pt x="6770" y="17329"/>
                  </a:cubicBezTo>
                  <a:cubicBezTo>
                    <a:pt x="7116" y="17230"/>
                    <a:pt x="7510" y="17213"/>
                    <a:pt x="7945" y="17285"/>
                  </a:cubicBezTo>
                  <a:cubicBezTo>
                    <a:pt x="8379" y="17356"/>
                    <a:pt x="8871" y="17428"/>
                    <a:pt x="9412" y="17505"/>
                  </a:cubicBezTo>
                  <a:cubicBezTo>
                    <a:pt x="9957" y="17582"/>
                    <a:pt x="10560" y="17626"/>
                    <a:pt x="11220" y="17626"/>
                  </a:cubicBezTo>
                  <a:cubicBezTo>
                    <a:pt x="11881" y="17632"/>
                    <a:pt x="12608" y="17522"/>
                    <a:pt x="13392" y="17296"/>
                  </a:cubicBezTo>
                  <a:cubicBezTo>
                    <a:pt x="14460" y="16993"/>
                    <a:pt x="15201" y="16575"/>
                    <a:pt x="15622" y="16041"/>
                  </a:cubicBezTo>
                  <a:cubicBezTo>
                    <a:pt x="16043" y="15507"/>
                    <a:pt x="16065" y="14852"/>
                    <a:pt x="15688" y="14065"/>
                  </a:cubicBezTo>
                  <a:cubicBezTo>
                    <a:pt x="15471" y="13608"/>
                    <a:pt x="15130" y="13283"/>
                    <a:pt x="14669" y="13090"/>
                  </a:cubicBezTo>
                  <a:cubicBezTo>
                    <a:pt x="14208" y="12898"/>
                    <a:pt x="13667" y="12782"/>
                    <a:pt x="13051" y="12744"/>
                  </a:cubicBezTo>
                  <a:cubicBezTo>
                    <a:pt x="12435" y="12705"/>
                    <a:pt x="11752" y="12711"/>
                    <a:pt x="11012" y="12760"/>
                  </a:cubicBezTo>
                  <a:cubicBezTo>
                    <a:pt x="10272" y="12810"/>
                    <a:pt x="9505" y="12848"/>
                    <a:pt x="8716" y="12876"/>
                  </a:cubicBezTo>
                  <a:cubicBezTo>
                    <a:pt x="7927" y="12903"/>
                    <a:pt x="7133" y="12887"/>
                    <a:pt x="6340" y="12826"/>
                  </a:cubicBezTo>
                  <a:cubicBezTo>
                    <a:pt x="5546" y="12766"/>
                    <a:pt x="4784" y="12601"/>
                    <a:pt x="4062" y="12336"/>
                  </a:cubicBezTo>
                  <a:cubicBezTo>
                    <a:pt x="3335" y="12072"/>
                    <a:pt x="2661" y="11676"/>
                    <a:pt x="2040" y="11147"/>
                  </a:cubicBezTo>
                  <a:cubicBezTo>
                    <a:pt x="1420" y="10619"/>
                    <a:pt x="892" y="9898"/>
                    <a:pt x="458" y="8984"/>
                  </a:cubicBezTo>
                  <a:cubicBezTo>
                    <a:pt x="108" y="8252"/>
                    <a:pt x="-43" y="7481"/>
                    <a:pt x="10" y="6672"/>
                  </a:cubicBezTo>
                  <a:cubicBezTo>
                    <a:pt x="59" y="5863"/>
                    <a:pt x="325" y="5081"/>
                    <a:pt x="808" y="4327"/>
                  </a:cubicBezTo>
                  <a:cubicBezTo>
                    <a:pt x="1291" y="3568"/>
                    <a:pt x="1992" y="2874"/>
                    <a:pt x="2918" y="2241"/>
                  </a:cubicBezTo>
                  <a:cubicBezTo>
                    <a:pt x="3840" y="1602"/>
                    <a:pt x="4997" y="1085"/>
                    <a:pt x="6389" y="689"/>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grpSp>
      <p:grpSp>
        <p:nvGrpSpPr>
          <p:cNvPr id="99" name="Group 98">
            <a:extLst>
              <a:ext uri="{FF2B5EF4-FFF2-40B4-BE49-F238E27FC236}">
                <a16:creationId xmlns:a16="http://schemas.microsoft.com/office/drawing/2014/main" id="{33CB5DA4-8062-0BEA-81A4-E6889F4DE76B}"/>
              </a:ext>
            </a:extLst>
          </p:cNvPr>
          <p:cNvGrpSpPr/>
          <p:nvPr/>
        </p:nvGrpSpPr>
        <p:grpSpPr>
          <a:xfrm>
            <a:off x="2014583" y="3791664"/>
            <a:ext cx="1185287" cy="2514247"/>
            <a:chOff x="490582" y="3791663"/>
            <a:chExt cx="1185287" cy="2514247"/>
          </a:xfrm>
        </p:grpSpPr>
        <p:sp>
          <p:nvSpPr>
            <p:cNvPr id="25" name="Freeform: Shape 24">
              <a:extLst>
                <a:ext uri="{FF2B5EF4-FFF2-40B4-BE49-F238E27FC236}">
                  <a16:creationId xmlns:a16="http://schemas.microsoft.com/office/drawing/2014/main" id="{36A5D3EE-CD19-AE2B-0439-E9626AE4039C}"/>
                </a:ext>
              </a:extLst>
            </p:cNvPr>
            <p:cNvSpPr/>
            <p:nvPr/>
          </p:nvSpPr>
          <p:spPr>
            <a:xfrm>
              <a:off x="490582" y="3933064"/>
              <a:ext cx="903677" cy="2372846"/>
            </a:xfrm>
            <a:custGeom>
              <a:avLst/>
              <a:gdLst>
                <a:gd name="connsiteX0" fmla="*/ 0 w 903677"/>
                <a:gd name="connsiteY0" fmla="*/ 0 h 2372846"/>
                <a:gd name="connsiteX1" fmla="*/ 903677 w 903677"/>
                <a:gd name="connsiteY1" fmla="*/ 0 h 2372846"/>
                <a:gd name="connsiteX2" fmla="*/ 903677 w 903677"/>
                <a:gd name="connsiteY2" fmla="*/ 1353152 h 2372846"/>
                <a:gd name="connsiteX3" fmla="*/ 903677 w 903677"/>
                <a:gd name="connsiteY3" fmla="*/ 1653620 h 2372846"/>
                <a:gd name="connsiteX4" fmla="*/ 903677 w 903677"/>
                <a:gd name="connsiteY4" fmla="*/ 2372846 h 2372846"/>
                <a:gd name="connsiteX5" fmla="*/ 0 w 903677"/>
                <a:gd name="connsiteY5" fmla="*/ 2372846 h 2372846"/>
                <a:gd name="connsiteX6" fmla="*/ 0 w 903677"/>
                <a:gd name="connsiteY6" fmla="*/ 1653620 h 2372846"/>
                <a:gd name="connsiteX7" fmla="*/ 0 w 903677"/>
                <a:gd name="connsiteY7" fmla="*/ 1353152 h 237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3677" h="2372846">
                  <a:moveTo>
                    <a:pt x="0" y="0"/>
                  </a:moveTo>
                  <a:lnTo>
                    <a:pt x="903677" y="0"/>
                  </a:lnTo>
                  <a:lnTo>
                    <a:pt x="903677" y="1353152"/>
                  </a:lnTo>
                  <a:lnTo>
                    <a:pt x="903677" y="1653620"/>
                  </a:lnTo>
                  <a:lnTo>
                    <a:pt x="903677" y="2372846"/>
                  </a:lnTo>
                  <a:lnTo>
                    <a:pt x="0" y="2372846"/>
                  </a:lnTo>
                  <a:lnTo>
                    <a:pt x="0" y="1653620"/>
                  </a:lnTo>
                  <a:lnTo>
                    <a:pt x="0" y="1353152"/>
                  </a:lnTo>
                  <a:close/>
                </a:path>
              </a:pathLst>
            </a:custGeom>
            <a:solidFill>
              <a:schemeClr val="bg2">
                <a:lumMod val="25000"/>
              </a:schemeClr>
            </a:solidFill>
            <a:ln w="12700">
              <a:miter lim="400000"/>
            </a:ln>
          </p:spPr>
          <p:txBody>
            <a:bodyPr wrap="square" lIns="28575" tIns="28575" rIns="28575" bIns="28575" anchor="ctr">
              <a:noAutofit/>
            </a:bodyPr>
            <a:lstStyle/>
            <a:p>
              <a:pPr>
                <a:defRPr sz="3000">
                  <a:solidFill>
                    <a:srgbClr val="FFFFFF"/>
                  </a:solidFill>
                </a:defRPr>
              </a:pPr>
              <a:endParaRPr sz="2250" dirty="0"/>
            </a:p>
          </p:txBody>
        </p:sp>
        <p:sp>
          <p:nvSpPr>
            <p:cNvPr id="27" name="Freeform: Shape 26">
              <a:extLst>
                <a:ext uri="{FF2B5EF4-FFF2-40B4-BE49-F238E27FC236}">
                  <a16:creationId xmlns:a16="http://schemas.microsoft.com/office/drawing/2014/main" id="{088873CA-9392-6237-150B-682ED8114753}"/>
                </a:ext>
              </a:extLst>
            </p:cNvPr>
            <p:cNvSpPr/>
            <p:nvPr/>
          </p:nvSpPr>
          <p:spPr>
            <a:xfrm>
              <a:off x="1031770" y="4092739"/>
              <a:ext cx="644097" cy="2213169"/>
            </a:xfrm>
            <a:custGeom>
              <a:avLst/>
              <a:gdLst>
                <a:gd name="connsiteX0" fmla="*/ 0 w 644097"/>
                <a:gd name="connsiteY0" fmla="*/ 0 h 2213169"/>
                <a:gd name="connsiteX1" fmla="*/ 644097 w 644097"/>
                <a:gd name="connsiteY1" fmla="*/ 0 h 2213169"/>
                <a:gd name="connsiteX2" fmla="*/ 644097 w 644097"/>
                <a:gd name="connsiteY2" fmla="*/ 1335874 h 2213169"/>
                <a:gd name="connsiteX3" fmla="*/ 644097 w 644097"/>
                <a:gd name="connsiteY3" fmla="*/ 1493943 h 2213169"/>
                <a:gd name="connsiteX4" fmla="*/ 644097 w 644097"/>
                <a:gd name="connsiteY4" fmla="*/ 2213169 h 2213169"/>
                <a:gd name="connsiteX5" fmla="*/ 0 w 644097"/>
                <a:gd name="connsiteY5" fmla="*/ 2213169 h 2213169"/>
                <a:gd name="connsiteX6" fmla="*/ 0 w 644097"/>
                <a:gd name="connsiteY6" fmla="*/ 1493943 h 2213169"/>
                <a:gd name="connsiteX7" fmla="*/ 0 w 644097"/>
                <a:gd name="connsiteY7" fmla="*/ 1335874 h 221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097" h="2213169">
                  <a:moveTo>
                    <a:pt x="0" y="0"/>
                  </a:moveTo>
                  <a:lnTo>
                    <a:pt x="644097" y="0"/>
                  </a:lnTo>
                  <a:lnTo>
                    <a:pt x="644097" y="1335874"/>
                  </a:lnTo>
                  <a:lnTo>
                    <a:pt x="644097" y="1493943"/>
                  </a:lnTo>
                  <a:lnTo>
                    <a:pt x="644097" y="2213169"/>
                  </a:lnTo>
                  <a:lnTo>
                    <a:pt x="0" y="2213169"/>
                  </a:lnTo>
                  <a:lnTo>
                    <a:pt x="0" y="1493943"/>
                  </a:lnTo>
                  <a:lnTo>
                    <a:pt x="0" y="1335874"/>
                  </a:lnTo>
                  <a:close/>
                </a:path>
              </a:pathLst>
            </a:custGeom>
            <a:solidFill>
              <a:schemeClr val="bg2">
                <a:lumMod val="25000"/>
              </a:schemeClr>
            </a:solidFill>
            <a:ln w="12700">
              <a:miter lim="400000"/>
            </a:ln>
          </p:spPr>
          <p:txBody>
            <a:bodyPr wrap="square" lIns="28575" tIns="28575" rIns="28575" bIns="28575" anchor="ctr">
              <a:noAutofit/>
            </a:bodyPr>
            <a:lstStyle/>
            <a:p>
              <a:pPr>
                <a:defRPr sz="3000">
                  <a:solidFill>
                    <a:srgbClr val="FFFFFF"/>
                  </a:solidFill>
                </a:defRPr>
              </a:pPr>
              <a:endParaRPr sz="2250" dirty="0"/>
            </a:p>
          </p:txBody>
        </p:sp>
        <p:sp>
          <p:nvSpPr>
            <p:cNvPr id="26" name="Freeform: Shape 25">
              <a:extLst>
                <a:ext uri="{FF2B5EF4-FFF2-40B4-BE49-F238E27FC236}">
                  <a16:creationId xmlns:a16="http://schemas.microsoft.com/office/drawing/2014/main" id="{B77E7167-BB6B-AD09-2451-2FB3706750C0}"/>
                </a:ext>
              </a:extLst>
            </p:cNvPr>
            <p:cNvSpPr/>
            <p:nvPr/>
          </p:nvSpPr>
          <p:spPr>
            <a:xfrm>
              <a:off x="973397" y="4679406"/>
              <a:ext cx="305107" cy="1626504"/>
            </a:xfrm>
            <a:custGeom>
              <a:avLst/>
              <a:gdLst>
                <a:gd name="connsiteX0" fmla="*/ 0 w 305107"/>
                <a:gd name="connsiteY0" fmla="*/ 0 h 1626504"/>
                <a:gd name="connsiteX1" fmla="*/ 305107 w 305107"/>
                <a:gd name="connsiteY1" fmla="*/ 0 h 1626504"/>
                <a:gd name="connsiteX2" fmla="*/ 305107 w 305107"/>
                <a:gd name="connsiteY2" fmla="*/ 753964 h 1626504"/>
                <a:gd name="connsiteX3" fmla="*/ 305107 w 305107"/>
                <a:gd name="connsiteY3" fmla="*/ 907276 h 1626504"/>
                <a:gd name="connsiteX4" fmla="*/ 305107 w 305107"/>
                <a:gd name="connsiteY4" fmla="*/ 1626504 h 1626504"/>
                <a:gd name="connsiteX5" fmla="*/ 0 w 305107"/>
                <a:gd name="connsiteY5" fmla="*/ 1626504 h 1626504"/>
                <a:gd name="connsiteX6" fmla="*/ 0 w 305107"/>
                <a:gd name="connsiteY6" fmla="*/ 907276 h 1626504"/>
                <a:gd name="connsiteX7" fmla="*/ 0 w 305107"/>
                <a:gd name="connsiteY7" fmla="*/ 753964 h 162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07" h="1626504">
                  <a:moveTo>
                    <a:pt x="0" y="0"/>
                  </a:moveTo>
                  <a:lnTo>
                    <a:pt x="305107" y="0"/>
                  </a:lnTo>
                  <a:lnTo>
                    <a:pt x="305107" y="753964"/>
                  </a:lnTo>
                  <a:lnTo>
                    <a:pt x="305107" y="907276"/>
                  </a:lnTo>
                  <a:lnTo>
                    <a:pt x="305107" y="1626504"/>
                  </a:lnTo>
                  <a:lnTo>
                    <a:pt x="0" y="1626504"/>
                  </a:lnTo>
                  <a:lnTo>
                    <a:pt x="0" y="907276"/>
                  </a:lnTo>
                  <a:lnTo>
                    <a:pt x="0" y="753964"/>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61" name="Shape">
              <a:extLst>
                <a:ext uri="{FF2B5EF4-FFF2-40B4-BE49-F238E27FC236}">
                  <a16:creationId xmlns:a16="http://schemas.microsoft.com/office/drawing/2014/main" id="{125DCACB-C754-A5DE-BA5D-5961B007E070}"/>
                </a:ext>
              </a:extLst>
            </p:cNvPr>
            <p:cNvSpPr/>
            <p:nvPr/>
          </p:nvSpPr>
          <p:spPr>
            <a:xfrm>
              <a:off x="490583" y="3791663"/>
              <a:ext cx="1185286" cy="957864"/>
            </a:xfrm>
            <a:custGeom>
              <a:avLst/>
              <a:gdLst/>
              <a:ahLst/>
              <a:cxnLst>
                <a:cxn ang="0">
                  <a:pos x="wd2" y="hd2"/>
                </a:cxn>
                <a:cxn ang="5400000">
                  <a:pos x="wd2" y="hd2"/>
                </a:cxn>
                <a:cxn ang="10800000">
                  <a:pos x="wd2" y="hd2"/>
                </a:cxn>
                <a:cxn ang="16200000">
                  <a:pos x="wd2" y="hd2"/>
                </a:cxn>
              </a:cxnLst>
              <a:rect l="0" t="0" r="r" b="b"/>
              <a:pathLst>
                <a:path w="21584" h="21569" extrusionOk="0">
                  <a:moveTo>
                    <a:pt x="19255" y="1838"/>
                  </a:moveTo>
                  <a:cubicBezTo>
                    <a:pt x="19980" y="2464"/>
                    <a:pt x="20541" y="3200"/>
                    <a:pt x="20951" y="4049"/>
                  </a:cubicBezTo>
                  <a:cubicBezTo>
                    <a:pt x="21391" y="4965"/>
                    <a:pt x="21600" y="5861"/>
                    <a:pt x="21583" y="6736"/>
                  </a:cubicBezTo>
                  <a:cubicBezTo>
                    <a:pt x="21567" y="7611"/>
                    <a:pt x="21294" y="8434"/>
                    <a:pt x="20767" y="9205"/>
                  </a:cubicBezTo>
                  <a:cubicBezTo>
                    <a:pt x="20239" y="9977"/>
                    <a:pt x="19444" y="10686"/>
                    <a:pt x="18380" y="11339"/>
                  </a:cubicBezTo>
                  <a:cubicBezTo>
                    <a:pt x="17317" y="11991"/>
                    <a:pt x="15956" y="12550"/>
                    <a:pt x="14302" y="13021"/>
                  </a:cubicBezTo>
                  <a:lnTo>
                    <a:pt x="11409" y="13844"/>
                  </a:lnTo>
                  <a:lnTo>
                    <a:pt x="14348" y="19990"/>
                  </a:lnTo>
                  <a:lnTo>
                    <a:pt x="8792" y="21569"/>
                  </a:lnTo>
                  <a:lnTo>
                    <a:pt x="0" y="3184"/>
                  </a:lnTo>
                  <a:lnTo>
                    <a:pt x="8449" y="782"/>
                  </a:lnTo>
                  <a:cubicBezTo>
                    <a:pt x="10136" y="300"/>
                    <a:pt x="11660" y="42"/>
                    <a:pt x="13017" y="5"/>
                  </a:cubicBezTo>
                  <a:cubicBezTo>
                    <a:pt x="14373" y="-31"/>
                    <a:pt x="15575" y="109"/>
                    <a:pt x="16613" y="425"/>
                  </a:cubicBezTo>
                  <a:cubicBezTo>
                    <a:pt x="17652" y="740"/>
                    <a:pt x="18535" y="1212"/>
                    <a:pt x="19255" y="1838"/>
                  </a:cubicBezTo>
                  <a:close/>
                  <a:moveTo>
                    <a:pt x="15504" y="8123"/>
                  </a:moveTo>
                  <a:cubicBezTo>
                    <a:pt x="15885" y="7414"/>
                    <a:pt x="15851" y="6580"/>
                    <a:pt x="15395" y="5633"/>
                  </a:cubicBezTo>
                  <a:cubicBezTo>
                    <a:pt x="15194" y="5214"/>
                    <a:pt x="14930" y="4851"/>
                    <a:pt x="14600" y="4556"/>
                  </a:cubicBezTo>
                  <a:cubicBezTo>
                    <a:pt x="14269" y="4256"/>
                    <a:pt x="13879" y="4033"/>
                    <a:pt x="13427" y="3878"/>
                  </a:cubicBezTo>
                  <a:cubicBezTo>
                    <a:pt x="12975" y="3723"/>
                    <a:pt x="12460" y="3655"/>
                    <a:pt x="11886" y="3666"/>
                  </a:cubicBezTo>
                  <a:cubicBezTo>
                    <a:pt x="11313" y="3676"/>
                    <a:pt x="10676" y="3780"/>
                    <a:pt x="9973" y="3981"/>
                  </a:cubicBezTo>
                  <a:lnTo>
                    <a:pt x="7080" y="4805"/>
                  </a:lnTo>
                  <a:lnTo>
                    <a:pt x="9868" y="10634"/>
                  </a:lnTo>
                  <a:lnTo>
                    <a:pt x="12762" y="9811"/>
                  </a:lnTo>
                  <a:cubicBezTo>
                    <a:pt x="14210" y="9397"/>
                    <a:pt x="15123" y="8833"/>
                    <a:pt x="15504" y="8123"/>
                  </a:cubicBezTo>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grpSp>
      <p:grpSp>
        <p:nvGrpSpPr>
          <p:cNvPr id="102" name="Group 101">
            <a:extLst>
              <a:ext uri="{FF2B5EF4-FFF2-40B4-BE49-F238E27FC236}">
                <a16:creationId xmlns:a16="http://schemas.microsoft.com/office/drawing/2014/main" id="{6872AE0F-EA0F-9F75-71D0-10D479CEEDD7}"/>
              </a:ext>
            </a:extLst>
          </p:cNvPr>
          <p:cNvGrpSpPr/>
          <p:nvPr/>
        </p:nvGrpSpPr>
        <p:grpSpPr>
          <a:xfrm>
            <a:off x="6107141" y="3777869"/>
            <a:ext cx="1158106" cy="2528040"/>
            <a:chOff x="4583141" y="3777869"/>
            <a:chExt cx="1158106" cy="2528040"/>
          </a:xfrm>
        </p:grpSpPr>
        <p:sp>
          <p:nvSpPr>
            <p:cNvPr id="37" name="Shape">
              <a:extLst>
                <a:ext uri="{FF2B5EF4-FFF2-40B4-BE49-F238E27FC236}">
                  <a16:creationId xmlns:a16="http://schemas.microsoft.com/office/drawing/2014/main" id="{32F3435D-8A48-6C60-A53E-604313997BDA}"/>
                </a:ext>
              </a:extLst>
            </p:cNvPr>
            <p:cNvSpPr/>
            <p:nvPr/>
          </p:nvSpPr>
          <p:spPr>
            <a:xfrm>
              <a:off x="5127672" y="3928012"/>
              <a:ext cx="586179" cy="1658668"/>
            </a:xfrm>
            <a:prstGeom prst="rect">
              <a:avLst/>
            </a:prstGeom>
            <a:solidFill>
              <a:schemeClr val="bg2">
                <a:lumMod val="50000"/>
              </a:schemeClr>
            </a:solidFill>
            <a:ln w="12700">
              <a:miter lim="400000"/>
            </a:ln>
          </p:spPr>
          <p:txBody>
            <a:bodyPr lIns="28575" tIns="28575" rIns="28575" bIns="28575" anchor="ctr"/>
            <a:lstStyle/>
            <a:p>
              <a:endParaRPr sz="2250" dirty="0">
                <a:solidFill>
                  <a:srgbClr val="FFFFFF"/>
                </a:solidFill>
              </a:endParaRPr>
            </a:p>
          </p:txBody>
        </p:sp>
        <p:sp>
          <p:nvSpPr>
            <p:cNvPr id="90" name="Freeform: Shape 89">
              <a:extLst>
                <a:ext uri="{FF2B5EF4-FFF2-40B4-BE49-F238E27FC236}">
                  <a16:creationId xmlns:a16="http://schemas.microsoft.com/office/drawing/2014/main" id="{9E3BD847-D44F-4D52-9944-838EBD6BE62D}"/>
                </a:ext>
              </a:extLst>
            </p:cNvPr>
            <p:cNvSpPr/>
            <p:nvPr/>
          </p:nvSpPr>
          <p:spPr>
            <a:xfrm>
              <a:off x="4583141" y="4018362"/>
              <a:ext cx="613575" cy="2287546"/>
            </a:xfrm>
            <a:custGeom>
              <a:avLst/>
              <a:gdLst>
                <a:gd name="connsiteX0" fmla="*/ 0 w 613575"/>
                <a:gd name="connsiteY0" fmla="*/ 0 h 2287546"/>
                <a:gd name="connsiteX1" fmla="*/ 613575 w 613575"/>
                <a:gd name="connsiteY1" fmla="*/ 0 h 2287546"/>
                <a:gd name="connsiteX2" fmla="*/ 613575 w 613575"/>
                <a:gd name="connsiteY2" fmla="*/ 1207687 h 2287546"/>
                <a:gd name="connsiteX3" fmla="*/ 613575 w 613575"/>
                <a:gd name="connsiteY3" fmla="*/ 1568321 h 2287546"/>
                <a:gd name="connsiteX4" fmla="*/ 613575 w 613575"/>
                <a:gd name="connsiteY4" fmla="*/ 2287546 h 2287546"/>
                <a:gd name="connsiteX5" fmla="*/ 0 w 613575"/>
                <a:gd name="connsiteY5" fmla="*/ 2287546 h 2287546"/>
                <a:gd name="connsiteX6" fmla="*/ 0 w 613575"/>
                <a:gd name="connsiteY6" fmla="*/ 1568321 h 2287546"/>
                <a:gd name="connsiteX7" fmla="*/ 0 w 613575"/>
                <a:gd name="connsiteY7" fmla="*/ 1207687 h 228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3575" h="2287546">
                  <a:moveTo>
                    <a:pt x="0" y="0"/>
                  </a:moveTo>
                  <a:lnTo>
                    <a:pt x="613575" y="0"/>
                  </a:lnTo>
                  <a:lnTo>
                    <a:pt x="613575" y="1207687"/>
                  </a:lnTo>
                  <a:lnTo>
                    <a:pt x="613575" y="1568321"/>
                  </a:lnTo>
                  <a:lnTo>
                    <a:pt x="613575" y="2287546"/>
                  </a:lnTo>
                  <a:lnTo>
                    <a:pt x="0" y="2287546"/>
                  </a:lnTo>
                  <a:lnTo>
                    <a:pt x="0" y="1568321"/>
                  </a:lnTo>
                  <a:lnTo>
                    <a:pt x="0" y="1207687"/>
                  </a:lnTo>
                  <a:close/>
                </a:path>
              </a:pathLst>
            </a:custGeom>
            <a:solidFill>
              <a:schemeClr val="bg2">
                <a:lumMod val="25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93" name="Freeform: Shape 92">
              <a:extLst>
                <a:ext uri="{FF2B5EF4-FFF2-40B4-BE49-F238E27FC236}">
                  <a16:creationId xmlns:a16="http://schemas.microsoft.com/office/drawing/2014/main" id="{F5D4061F-8965-07F1-5AC6-844AE52831F1}"/>
                </a:ext>
              </a:extLst>
            </p:cNvPr>
            <p:cNvSpPr/>
            <p:nvPr/>
          </p:nvSpPr>
          <p:spPr>
            <a:xfrm>
              <a:off x="5127672" y="4679370"/>
              <a:ext cx="613575" cy="1626539"/>
            </a:xfrm>
            <a:custGeom>
              <a:avLst/>
              <a:gdLst>
                <a:gd name="connsiteX0" fmla="*/ 0 w 613575"/>
                <a:gd name="connsiteY0" fmla="*/ 0 h 1626539"/>
                <a:gd name="connsiteX1" fmla="*/ 613575 w 613575"/>
                <a:gd name="connsiteY1" fmla="*/ 0 h 1626539"/>
                <a:gd name="connsiteX2" fmla="*/ 613575 w 613575"/>
                <a:gd name="connsiteY2" fmla="*/ 775281 h 1626539"/>
                <a:gd name="connsiteX3" fmla="*/ 613575 w 613575"/>
                <a:gd name="connsiteY3" fmla="*/ 907313 h 1626539"/>
                <a:gd name="connsiteX4" fmla="*/ 613575 w 613575"/>
                <a:gd name="connsiteY4" fmla="*/ 1626539 h 1626539"/>
                <a:gd name="connsiteX5" fmla="*/ 0 w 613575"/>
                <a:gd name="connsiteY5" fmla="*/ 1626539 h 1626539"/>
                <a:gd name="connsiteX6" fmla="*/ 0 w 613575"/>
                <a:gd name="connsiteY6" fmla="*/ 907313 h 1626539"/>
                <a:gd name="connsiteX7" fmla="*/ 0 w 613575"/>
                <a:gd name="connsiteY7" fmla="*/ 775281 h 1626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3575" h="1626539">
                  <a:moveTo>
                    <a:pt x="0" y="0"/>
                  </a:moveTo>
                  <a:lnTo>
                    <a:pt x="613575" y="0"/>
                  </a:lnTo>
                  <a:lnTo>
                    <a:pt x="613575" y="775281"/>
                  </a:lnTo>
                  <a:lnTo>
                    <a:pt x="613575" y="907313"/>
                  </a:lnTo>
                  <a:lnTo>
                    <a:pt x="613575" y="1626539"/>
                  </a:lnTo>
                  <a:lnTo>
                    <a:pt x="0" y="1626539"/>
                  </a:lnTo>
                  <a:lnTo>
                    <a:pt x="0" y="907313"/>
                  </a:lnTo>
                  <a:lnTo>
                    <a:pt x="0" y="775281"/>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92" name="Freeform: Shape 91">
              <a:extLst>
                <a:ext uri="{FF2B5EF4-FFF2-40B4-BE49-F238E27FC236}">
                  <a16:creationId xmlns:a16="http://schemas.microsoft.com/office/drawing/2014/main" id="{1BF8A0D5-E0EA-243E-348E-153832EA0A33}"/>
                </a:ext>
              </a:extLst>
            </p:cNvPr>
            <p:cNvSpPr/>
            <p:nvPr/>
          </p:nvSpPr>
          <p:spPr>
            <a:xfrm>
              <a:off x="4672143" y="4059437"/>
              <a:ext cx="763976" cy="2246471"/>
            </a:xfrm>
            <a:custGeom>
              <a:avLst/>
              <a:gdLst>
                <a:gd name="connsiteX0" fmla="*/ 615657 w 763976"/>
                <a:gd name="connsiteY0" fmla="*/ 0 h 2246471"/>
                <a:gd name="connsiteX1" fmla="*/ 763890 w 763976"/>
                <a:gd name="connsiteY1" fmla="*/ 266105 h 2246471"/>
                <a:gd name="connsiteX2" fmla="*/ 763976 w 763976"/>
                <a:gd name="connsiteY2" fmla="*/ 1527245 h 2246471"/>
                <a:gd name="connsiteX3" fmla="*/ 763903 w 763976"/>
                <a:gd name="connsiteY3" fmla="*/ 1527245 h 2246471"/>
                <a:gd name="connsiteX4" fmla="*/ 763976 w 763976"/>
                <a:gd name="connsiteY4" fmla="*/ 2246471 h 2246471"/>
                <a:gd name="connsiteX5" fmla="*/ 0 w 763976"/>
                <a:gd name="connsiteY5" fmla="*/ 2246471 h 2246471"/>
                <a:gd name="connsiteX6" fmla="*/ 0 w 763976"/>
                <a:gd name="connsiteY6" fmla="*/ 1527245 h 2246471"/>
                <a:gd name="connsiteX7" fmla="*/ 0 w 763976"/>
                <a:gd name="connsiteY7" fmla="*/ 1227971 h 2246471"/>
                <a:gd name="connsiteX8" fmla="*/ 0 w 763976"/>
                <a:gd name="connsiteY8" fmla="*/ 1786 h 22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976" h="2246471">
                  <a:moveTo>
                    <a:pt x="615657" y="0"/>
                  </a:moveTo>
                  <a:lnTo>
                    <a:pt x="763890" y="266105"/>
                  </a:lnTo>
                  <a:cubicBezTo>
                    <a:pt x="763918" y="686485"/>
                    <a:pt x="763948" y="1106865"/>
                    <a:pt x="763976" y="1527245"/>
                  </a:cubicBezTo>
                  <a:lnTo>
                    <a:pt x="763903" y="1527245"/>
                  </a:lnTo>
                  <a:lnTo>
                    <a:pt x="763976" y="2246471"/>
                  </a:lnTo>
                  <a:lnTo>
                    <a:pt x="0" y="2246471"/>
                  </a:lnTo>
                  <a:lnTo>
                    <a:pt x="0" y="1527245"/>
                  </a:lnTo>
                  <a:lnTo>
                    <a:pt x="0" y="1227971"/>
                  </a:lnTo>
                  <a:lnTo>
                    <a:pt x="0" y="1786"/>
                  </a:lnTo>
                  <a:close/>
                </a:path>
              </a:pathLst>
            </a:custGeom>
            <a:solidFill>
              <a:schemeClr val="bg2">
                <a:lumMod val="25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91" name="Freeform: Shape 90">
              <a:extLst>
                <a:ext uri="{FF2B5EF4-FFF2-40B4-BE49-F238E27FC236}">
                  <a16:creationId xmlns:a16="http://schemas.microsoft.com/office/drawing/2014/main" id="{6CE0ACFD-94FA-58EF-509D-EC10C1A10A72}"/>
                </a:ext>
              </a:extLst>
            </p:cNvPr>
            <p:cNvSpPr/>
            <p:nvPr/>
          </p:nvSpPr>
          <p:spPr>
            <a:xfrm>
              <a:off x="4672143" y="4048722"/>
              <a:ext cx="369196" cy="2257187"/>
            </a:xfrm>
            <a:custGeom>
              <a:avLst/>
              <a:gdLst>
                <a:gd name="connsiteX0" fmla="*/ 0 w 369196"/>
                <a:gd name="connsiteY0" fmla="*/ 0 h 2257187"/>
                <a:gd name="connsiteX1" fmla="*/ 369196 w 369196"/>
                <a:gd name="connsiteY1" fmla="*/ 0 h 2257187"/>
                <a:gd name="connsiteX2" fmla="*/ 369196 w 369196"/>
                <a:gd name="connsiteY2" fmla="*/ 1315026 h 2257187"/>
                <a:gd name="connsiteX3" fmla="*/ 369196 w 369196"/>
                <a:gd name="connsiteY3" fmla="*/ 1537960 h 2257187"/>
                <a:gd name="connsiteX4" fmla="*/ 369196 w 369196"/>
                <a:gd name="connsiteY4" fmla="*/ 2257187 h 2257187"/>
                <a:gd name="connsiteX5" fmla="*/ 0 w 369196"/>
                <a:gd name="connsiteY5" fmla="*/ 2257187 h 2257187"/>
                <a:gd name="connsiteX6" fmla="*/ 0 w 369196"/>
                <a:gd name="connsiteY6" fmla="*/ 1537960 h 2257187"/>
                <a:gd name="connsiteX7" fmla="*/ 0 w 369196"/>
                <a:gd name="connsiteY7" fmla="*/ 1315026 h 22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96" h="2257187">
                  <a:moveTo>
                    <a:pt x="0" y="0"/>
                  </a:moveTo>
                  <a:lnTo>
                    <a:pt x="369196" y="0"/>
                  </a:lnTo>
                  <a:lnTo>
                    <a:pt x="369196" y="1315026"/>
                  </a:lnTo>
                  <a:lnTo>
                    <a:pt x="369196" y="1537960"/>
                  </a:lnTo>
                  <a:lnTo>
                    <a:pt x="369196" y="2257187"/>
                  </a:lnTo>
                  <a:lnTo>
                    <a:pt x="0" y="2257187"/>
                  </a:lnTo>
                  <a:lnTo>
                    <a:pt x="0" y="1537960"/>
                  </a:lnTo>
                  <a:lnTo>
                    <a:pt x="0" y="1315026"/>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57" name="Shape">
              <a:extLst>
                <a:ext uri="{FF2B5EF4-FFF2-40B4-BE49-F238E27FC236}">
                  <a16:creationId xmlns:a16="http://schemas.microsoft.com/office/drawing/2014/main" id="{63D7A773-7587-1001-321A-5EC6309E341D}"/>
                </a:ext>
              </a:extLst>
            </p:cNvPr>
            <p:cNvSpPr/>
            <p:nvPr/>
          </p:nvSpPr>
          <p:spPr>
            <a:xfrm>
              <a:off x="4583141" y="3777869"/>
              <a:ext cx="1158106" cy="971870"/>
            </a:xfrm>
            <a:custGeom>
              <a:avLst/>
              <a:gdLst/>
              <a:ahLst/>
              <a:cxnLst>
                <a:cxn ang="0">
                  <a:pos x="wd2" y="hd2"/>
                </a:cxn>
                <a:cxn ang="5400000">
                  <a:pos x="wd2" y="hd2"/>
                </a:cxn>
                <a:cxn ang="10800000">
                  <a:pos x="wd2" y="hd2"/>
                </a:cxn>
                <a:cxn ang="16200000">
                  <a:pos x="wd2" y="hd2"/>
                </a:cxn>
              </a:cxnLst>
              <a:rect l="0" t="0" r="r" b="b"/>
              <a:pathLst>
                <a:path w="21600" h="21600" extrusionOk="0">
                  <a:moveTo>
                    <a:pt x="19494" y="0"/>
                  </a:moveTo>
                  <a:lnTo>
                    <a:pt x="21150" y="3337"/>
                  </a:lnTo>
                  <a:lnTo>
                    <a:pt x="14250" y="5233"/>
                  </a:lnTo>
                  <a:lnTo>
                    <a:pt x="21600" y="20036"/>
                  </a:lnTo>
                  <a:lnTo>
                    <a:pt x="15909" y="21600"/>
                  </a:lnTo>
                  <a:lnTo>
                    <a:pt x="8559" y="6791"/>
                  </a:lnTo>
                  <a:lnTo>
                    <a:pt x="1660" y="8682"/>
                  </a:lnTo>
                  <a:lnTo>
                    <a:pt x="0" y="5345"/>
                  </a:lnTo>
                  <a:close/>
                </a:path>
              </a:pathLst>
            </a:custGeom>
            <a:solidFill>
              <a:schemeClr val="accent5">
                <a:lumMod val="60000"/>
                <a:lumOff val="40000"/>
              </a:schemeClr>
            </a:solidFill>
            <a:ln w="12700">
              <a:miter lim="400000"/>
            </a:ln>
          </p:spPr>
          <p:txBody>
            <a:bodyPr lIns="28575" tIns="28575" rIns="28575" bIns="28575" anchor="ctr"/>
            <a:lstStyle/>
            <a:p>
              <a:pPr>
                <a:defRPr sz="3000">
                  <a:solidFill>
                    <a:srgbClr val="FFFFFF"/>
                  </a:solidFill>
                </a:defRPr>
              </a:pPr>
              <a:endParaRPr sz="2250" dirty="0"/>
            </a:p>
          </p:txBody>
        </p:sp>
      </p:grpSp>
      <p:grpSp>
        <p:nvGrpSpPr>
          <p:cNvPr id="103" name="Group 102">
            <a:extLst>
              <a:ext uri="{FF2B5EF4-FFF2-40B4-BE49-F238E27FC236}">
                <a16:creationId xmlns:a16="http://schemas.microsoft.com/office/drawing/2014/main" id="{A2196718-9549-AA82-65F0-06F63D485A1C}"/>
              </a:ext>
            </a:extLst>
          </p:cNvPr>
          <p:cNvGrpSpPr/>
          <p:nvPr/>
        </p:nvGrpSpPr>
        <p:grpSpPr>
          <a:xfrm>
            <a:off x="7418953" y="3862940"/>
            <a:ext cx="1275365" cy="2442968"/>
            <a:chOff x="5894952" y="3862940"/>
            <a:chExt cx="1275365" cy="2442968"/>
          </a:xfrm>
        </p:grpSpPr>
        <p:sp>
          <p:nvSpPr>
            <p:cNvPr id="94" name="Freeform: Shape 93">
              <a:extLst>
                <a:ext uri="{FF2B5EF4-FFF2-40B4-BE49-F238E27FC236}">
                  <a16:creationId xmlns:a16="http://schemas.microsoft.com/office/drawing/2014/main" id="{D52BA209-507A-B59A-0E8A-5EE67218E7AF}"/>
                </a:ext>
              </a:extLst>
            </p:cNvPr>
            <p:cNvSpPr/>
            <p:nvPr/>
          </p:nvSpPr>
          <p:spPr>
            <a:xfrm>
              <a:off x="5894952" y="3933065"/>
              <a:ext cx="304435" cy="2372843"/>
            </a:xfrm>
            <a:custGeom>
              <a:avLst/>
              <a:gdLst>
                <a:gd name="connsiteX0" fmla="*/ 0 w 304435"/>
                <a:gd name="connsiteY0" fmla="*/ 0 h 2372843"/>
                <a:gd name="connsiteX1" fmla="*/ 304435 w 304435"/>
                <a:gd name="connsiteY1" fmla="*/ 0 h 2372843"/>
                <a:gd name="connsiteX2" fmla="*/ 304435 w 304435"/>
                <a:gd name="connsiteY2" fmla="*/ 1341150 h 2372843"/>
                <a:gd name="connsiteX3" fmla="*/ 304435 w 304435"/>
                <a:gd name="connsiteY3" fmla="*/ 1653618 h 2372843"/>
                <a:gd name="connsiteX4" fmla="*/ 304435 w 304435"/>
                <a:gd name="connsiteY4" fmla="*/ 2372843 h 2372843"/>
                <a:gd name="connsiteX5" fmla="*/ 0 w 304435"/>
                <a:gd name="connsiteY5" fmla="*/ 2372843 h 2372843"/>
                <a:gd name="connsiteX6" fmla="*/ 0 w 304435"/>
                <a:gd name="connsiteY6" fmla="*/ 1653618 h 2372843"/>
                <a:gd name="connsiteX7" fmla="*/ 0 w 304435"/>
                <a:gd name="connsiteY7" fmla="*/ 1341150 h 2372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435" h="2372843">
                  <a:moveTo>
                    <a:pt x="0" y="0"/>
                  </a:moveTo>
                  <a:lnTo>
                    <a:pt x="304435" y="0"/>
                  </a:lnTo>
                  <a:lnTo>
                    <a:pt x="304435" y="1341150"/>
                  </a:lnTo>
                  <a:lnTo>
                    <a:pt x="304435" y="1653618"/>
                  </a:lnTo>
                  <a:lnTo>
                    <a:pt x="304435" y="2372843"/>
                  </a:lnTo>
                  <a:lnTo>
                    <a:pt x="0" y="2372843"/>
                  </a:lnTo>
                  <a:lnTo>
                    <a:pt x="0" y="1653618"/>
                  </a:lnTo>
                  <a:lnTo>
                    <a:pt x="0" y="1341150"/>
                  </a:lnTo>
                  <a:close/>
                </a:path>
              </a:pathLst>
            </a:custGeom>
            <a:solidFill>
              <a:schemeClr val="bg2">
                <a:lumMod val="25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96" name="Freeform: Shape 95">
              <a:extLst>
                <a:ext uri="{FF2B5EF4-FFF2-40B4-BE49-F238E27FC236}">
                  <a16:creationId xmlns:a16="http://schemas.microsoft.com/office/drawing/2014/main" id="{EDDCB3DE-BB9C-D068-5E8C-7E8D5AE11516}"/>
                </a:ext>
              </a:extLst>
            </p:cNvPr>
            <p:cNvSpPr/>
            <p:nvPr/>
          </p:nvSpPr>
          <p:spPr>
            <a:xfrm>
              <a:off x="6311379" y="4566987"/>
              <a:ext cx="858938" cy="1738920"/>
            </a:xfrm>
            <a:custGeom>
              <a:avLst/>
              <a:gdLst>
                <a:gd name="connsiteX0" fmla="*/ 0 w 858938"/>
                <a:gd name="connsiteY0" fmla="*/ 0 h 1738920"/>
                <a:gd name="connsiteX1" fmla="*/ 858938 w 858938"/>
                <a:gd name="connsiteY1" fmla="*/ 0 h 1738920"/>
                <a:gd name="connsiteX2" fmla="*/ 858938 w 858938"/>
                <a:gd name="connsiteY2" fmla="*/ 852121 h 1738920"/>
                <a:gd name="connsiteX3" fmla="*/ 858938 w 858938"/>
                <a:gd name="connsiteY3" fmla="*/ 1019694 h 1738920"/>
                <a:gd name="connsiteX4" fmla="*/ 858938 w 858938"/>
                <a:gd name="connsiteY4" fmla="*/ 1738920 h 1738920"/>
                <a:gd name="connsiteX5" fmla="*/ 0 w 858938"/>
                <a:gd name="connsiteY5" fmla="*/ 1738920 h 1738920"/>
                <a:gd name="connsiteX6" fmla="*/ 0 w 858938"/>
                <a:gd name="connsiteY6" fmla="*/ 1019694 h 1738920"/>
                <a:gd name="connsiteX7" fmla="*/ 0 w 858938"/>
                <a:gd name="connsiteY7" fmla="*/ 852121 h 173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8938" h="1738920">
                  <a:moveTo>
                    <a:pt x="0" y="0"/>
                  </a:moveTo>
                  <a:lnTo>
                    <a:pt x="858938" y="0"/>
                  </a:lnTo>
                  <a:lnTo>
                    <a:pt x="858938" y="852121"/>
                  </a:lnTo>
                  <a:lnTo>
                    <a:pt x="858938" y="1019694"/>
                  </a:lnTo>
                  <a:lnTo>
                    <a:pt x="858938" y="1738920"/>
                  </a:lnTo>
                  <a:lnTo>
                    <a:pt x="0" y="1738920"/>
                  </a:lnTo>
                  <a:lnTo>
                    <a:pt x="0" y="1019694"/>
                  </a:lnTo>
                  <a:lnTo>
                    <a:pt x="0" y="852121"/>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95" name="Freeform: Shape 94">
              <a:extLst>
                <a:ext uri="{FF2B5EF4-FFF2-40B4-BE49-F238E27FC236}">
                  <a16:creationId xmlns:a16="http://schemas.microsoft.com/office/drawing/2014/main" id="{EF87BFFD-5AF5-CDC2-6D17-917628AA54D7}"/>
                </a:ext>
              </a:extLst>
            </p:cNvPr>
            <p:cNvSpPr/>
            <p:nvPr/>
          </p:nvSpPr>
          <p:spPr>
            <a:xfrm>
              <a:off x="6006944" y="4374357"/>
              <a:ext cx="371051" cy="1931550"/>
            </a:xfrm>
            <a:custGeom>
              <a:avLst/>
              <a:gdLst>
                <a:gd name="connsiteX0" fmla="*/ 0 w 371051"/>
                <a:gd name="connsiteY0" fmla="*/ 0 h 1931550"/>
                <a:gd name="connsiteX1" fmla="*/ 371051 w 371051"/>
                <a:gd name="connsiteY1" fmla="*/ 0 h 1931550"/>
                <a:gd name="connsiteX2" fmla="*/ 371051 w 371051"/>
                <a:gd name="connsiteY2" fmla="*/ 886799 h 1931550"/>
                <a:gd name="connsiteX3" fmla="*/ 371051 w 371051"/>
                <a:gd name="connsiteY3" fmla="*/ 1212325 h 1931550"/>
                <a:gd name="connsiteX4" fmla="*/ 371051 w 371051"/>
                <a:gd name="connsiteY4" fmla="*/ 1931550 h 1931550"/>
                <a:gd name="connsiteX5" fmla="*/ 0 w 371051"/>
                <a:gd name="connsiteY5" fmla="*/ 1931550 h 1931550"/>
                <a:gd name="connsiteX6" fmla="*/ 0 w 371051"/>
                <a:gd name="connsiteY6" fmla="*/ 1212325 h 1931550"/>
                <a:gd name="connsiteX7" fmla="*/ 0 w 371051"/>
                <a:gd name="connsiteY7" fmla="*/ 886799 h 193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051" h="1931550">
                  <a:moveTo>
                    <a:pt x="0" y="0"/>
                  </a:moveTo>
                  <a:lnTo>
                    <a:pt x="371051" y="0"/>
                  </a:lnTo>
                  <a:lnTo>
                    <a:pt x="371051" y="886799"/>
                  </a:lnTo>
                  <a:lnTo>
                    <a:pt x="371051" y="1212325"/>
                  </a:lnTo>
                  <a:lnTo>
                    <a:pt x="371051" y="1931550"/>
                  </a:lnTo>
                  <a:lnTo>
                    <a:pt x="0" y="1931550"/>
                  </a:lnTo>
                  <a:lnTo>
                    <a:pt x="0" y="1212325"/>
                  </a:lnTo>
                  <a:lnTo>
                    <a:pt x="0" y="886799"/>
                  </a:lnTo>
                  <a:close/>
                </a:path>
              </a:pathLst>
            </a:custGeom>
            <a:solidFill>
              <a:schemeClr val="bg2">
                <a:lumMod val="25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36" name="Shape">
              <a:extLst>
                <a:ext uri="{FF2B5EF4-FFF2-40B4-BE49-F238E27FC236}">
                  <a16:creationId xmlns:a16="http://schemas.microsoft.com/office/drawing/2014/main" id="{739EEE2C-0CCA-8CE8-099B-EC8EBA5C3B6B}"/>
                </a:ext>
              </a:extLst>
            </p:cNvPr>
            <p:cNvSpPr/>
            <p:nvPr/>
          </p:nvSpPr>
          <p:spPr>
            <a:xfrm>
              <a:off x="5894952" y="3862940"/>
              <a:ext cx="1275365" cy="886799"/>
            </a:xfrm>
            <a:custGeom>
              <a:avLst/>
              <a:gdLst/>
              <a:ahLst/>
              <a:cxnLst>
                <a:cxn ang="0">
                  <a:pos x="wd2" y="hd2"/>
                </a:cxn>
                <a:cxn ang="5400000">
                  <a:pos x="wd2" y="hd2"/>
                </a:cxn>
                <a:cxn ang="10800000">
                  <a:pos x="wd2" y="hd2"/>
                </a:cxn>
                <a:cxn ang="16200000">
                  <a:pos x="wd2" y="hd2"/>
                </a:cxn>
              </a:cxnLst>
              <a:rect l="0" t="0" r="r" b="b"/>
              <a:pathLst>
                <a:path w="21600" h="21600" extrusionOk="0">
                  <a:moveTo>
                    <a:pt x="5167" y="0"/>
                  </a:moveTo>
                  <a:lnTo>
                    <a:pt x="11830" y="16201"/>
                  </a:lnTo>
                  <a:lnTo>
                    <a:pt x="20085" y="13474"/>
                  </a:lnTo>
                  <a:lnTo>
                    <a:pt x="21600" y="17159"/>
                  </a:lnTo>
                  <a:lnTo>
                    <a:pt x="8181" y="21600"/>
                  </a:lnTo>
                  <a:lnTo>
                    <a:pt x="0" y="1714"/>
                  </a:ln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grpSp>
      <p:grpSp>
        <p:nvGrpSpPr>
          <p:cNvPr id="75" name="Group 74">
            <a:extLst>
              <a:ext uri="{FF2B5EF4-FFF2-40B4-BE49-F238E27FC236}">
                <a16:creationId xmlns:a16="http://schemas.microsoft.com/office/drawing/2014/main" id="{345B1038-A6B7-8D43-E90C-FB96CDDF3BA1}"/>
              </a:ext>
            </a:extLst>
          </p:cNvPr>
          <p:cNvGrpSpPr/>
          <p:nvPr/>
        </p:nvGrpSpPr>
        <p:grpSpPr>
          <a:xfrm>
            <a:off x="4726868" y="2131182"/>
            <a:ext cx="1267319" cy="1467751"/>
            <a:chOff x="332936" y="2689322"/>
            <a:chExt cx="2926080" cy="1957002"/>
          </a:xfrm>
        </p:grpSpPr>
        <p:sp>
          <p:nvSpPr>
            <p:cNvPr id="76" name="TextBox 75">
              <a:extLst>
                <a:ext uri="{FF2B5EF4-FFF2-40B4-BE49-F238E27FC236}">
                  <a16:creationId xmlns:a16="http://schemas.microsoft.com/office/drawing/2014/main" id="{0577F98D-05D8-C2FD-BEE5-945EC96124E7}"/>
                </a:ext>
              </a:extLst>
            </p:cNvPr>
            <p:cNvSpPr txBox="1"/>
            <p:nvPr/>
          </p:nvSpPr>
          <p:spPr>
            <a:xfrm>
              <a:off x="332936" y="2689322"/>
              <a:ext cx="2926080" cy="400109"/>
            </a:xfrm>
            <a:prstGeom prst="rect">
              <a:avLst/>
            </a:prstGeom>
            <a:solidFill>
              <a:schemeClr val="accent3"/>
            </a:solidFill>
          </p:spPr>
          <p:txBody>
            <a:bodyPr wrap="square" lIns="0" rIns="0" rtlCol="0" anchor="b">
              <a:spAutoFit/>
            </a:bodyPr>
            <a:lstStyle/>
            <a:p>
              <a:pPr algn="ctr"/>
              <a:r>
                <a:rPr lang="en-US" sz="1350" b="1" cap="all" noProof="1">
                  <a:solidFill>
                    <a:schemeClr val="tx1">
                      <a:lumMod val="85000"/>
                      <a:lumOff val="15000"/>
                    </a:schemeClr>
                  </a:solidFill>
                </a:rPr>
                <a:t>Social</a:t>
              </a:r>
            </a:p>
          </p:txBody>
        </p:sp>
        <p:sp>
          <p:nvSpPr>
            <p:cNvPr id="77" name="TextBox 76">
              <a:extLst>
                <a:ext uri="{FF2B5EF4-FFF2-40B4-BE49-F238E27FC236}">
                  <a16:creationId xmlns:a16="http://schemas.microsoft.com/office/drawing/2014/main" id="{FD1E52E7-3C2C-0A2F-C9EA-F7F02BB88D87}"/>
                </a:ext>
              </a:extLst>
            </p:cNvPr>
            <p:cNvSpPr txBox="1"/>
            <p:nvPr/>
          </p:nvSpPr>
          <p:spPr>
            <a:xfrm>
              <a:off x="332936" y="3086922"/>
              <a:ext cx="2926080" cy="1559402"/>
            </a:xfrm>
            <a:prstGeom prst="rect">
              <a:avLst/>
            </a:prstGeom>
            <a:noFill/>
          </p:spPr>
          <p:txBody>
            <a:bodyPr wrap="square" lIns="0" rIns="0" rtlCol="0" anchor="t">
              <a:spAutoFit/>
            </a:bodyPr>
            <a:lstStyle/>
            <a:p>
              <a:r>
                <a:rPr lang="en-US" sz="1000" noProof="1">
                  <a:solidFill>
                    <a:schemeClr val="tx1">
                      <a:lumMod val="65000"/>
                      <a:lumOff val="35000"/>
                    </a:schemeClr>
                  </a:solidFill>
                </a:rPr>
                <a:t>Customer preferences are shifting in favor of digital payments; 65% of users of Evo-Konnect prefer to use mobile wallets.</a:t>
              </a:r>
            </a:p>
          </p:txBody>
        </p:sp>
      </p:grpSp>
      <p:grpSp>
        <p:nvGrpSpPr>
          <p:cNvPr id="79" name="Group 78">
            <a:extLst>
              <a:ext uri="{FF2B5EF4-FFF2-40B4-BE49-F238E27FC236}">
                <a16:creationId xmlns:a16="http://schemas.microsoft.com/office/drawing/2014/main" id="{28194615-E943-FB84-DAD8-D69DA3F8E231}"/>
              </a:ext>
            </a:extLst>
          </p:cNvPr>
          <p:cNvGrpSpPr/>
          <p:nvPr/>
        </p:nvGrpSpPr>
        <p:grpSpPr>
          <a:xfrm>
            <a:off x="9031846" y="2142725"/>
            <a:ext cx="1434994" cy="1610098"/>
            <a:chOff x="332936" y="2704710"/>
            <a:chExt cx="3313220" cy="2146797"/>
          </a:xfrm>
        </p:grpSpPr>
        <p:sp>
          <p:nvSpPr>
            <p:cNvPr id="80" name="TextBox 79">
              <a:extLst>
                <a:ext uri="{FF2B5EF4-FFF2-40B4-BE49-F238E27FC236}">
                  <a16:creationId xmlns:a16="http://schemas.microsoft.com/office/drawing/2014/main" id="{BF4E3427-14FF-7719-BF48-12FCB4CC37F0}"/>
                </a:ext>
              </a:extLst>
            </p:cNvPr>
            <p:cNvSpPr txBox="1"/>
            <p:nvPr/>
          </p:nvSpPr>
          <p:spPr>
            <a:xfrm>
              <a:off x="332936" y="2704710"/>
              <a:ext cx="3313220" cy="384721"/>
            </a:xfrm>
            <a:prstGeom prst="rect">
              <a:avLst/>
            </a:prstGeom>
            <a:solidFill>
              <a:srgbClr val="F36F13"/>
            </a:solidFill>
          </p:spPr>
          <p:txBody>
            <a:bodyPr wrap="square" lIns="0" rIns="0" rtlCol="0" anchor="b">
              <a:spAutoFit/>
            </a:bodyPr>
            <a:lstStyle/>
            <a:p>
              <a:pPr algn="ctr"/>
              <a:r>
                <a:rPr lang="en-US" sz="1275" b="1" cap="all" noProof="1">
                  <a:solidFill>
                    <a:schemeClr val="tx1">
                      <a:lumMod val="85000"/>
                      <a:lumOff val="15000"/>
                    </a:schemeClr>
                  </a:solidFill>
                </a:rPr>
                <a:t>Environmental</a:t>
              </a:r>
            </a:p>
          </p:txBody>
        </p:sp>
        <p:sp>
          <p:nvSpPr>
            <p:cNvPr id="81" name="TextBox 80">
              <a:extLst>
                <a:ext uri="{FF2B5EF4-FFF2-40B4-BE49-F238E27FC236}">
                  <a16:creationId xmlns:a16="http://schemas.microsoft.com/office/drawing/2014/main" id="{AAAC2EA8-01CB-D47D-03A9-ABAA46CC4404}"/>
                </a:ext>
              </a:extLst>
            </p:cNvPr>
            <p:cNvSpPr txBox="1"/>
            <p:nvPr/>
          </p:nvSpPr>
          <p:spPr>
            <a:xfrm>
              <a:off x="332936" y="3086922"/>
              <a:ext cx="2926080" cy="1764585"/>
            </a:xfrm>
            <a:prstGeom prst="rect">
              <a:avLst/>
            </a:prstGeom>
            <a:noFill/>
          </p:spPr>
          <p:txBody>
            <a:bodyPr wrap="square" lIns="0" rIns="0" rtlCol="0" anchor="t">
              <a:spAutoFit/>
            </a:bodyPr>
            <a:lstStyle/>
            <a:p>
              <a:r>
                <a:rPr lang="en-US" sz="1000" noProof="1">
                  <a:solidFill>
                    <a:schemeClr val="tx1">
                      <a:lumMod val="65000"/>
                      <a:lumOff val="35000"/>
                    </a:schemeClr>
                  </a:solidFill>
                </a:rPr>
                <a:t>By decreasing physical transactions, digital services support sustainability and help Evo-Konnect achieve environmentally-friendly objectives.</a:t>
              </a:r>
            </a:p>
          </p:txBody>
        </p:sp>
      </p:grpSp>
      <p:grpSp>
        <p:nvGrpSpPr>
          <p:cNvPr id="104" name="Group 103">
            <a:extLst>
              <a:ext uri="{FF2B5EF4-FFF2-40B4-BE49-F238E27FC236}">
                <a16:creationId xmlns:a16="http://schemas.microsoft.com/office/drawing/2014/main" id="{4FF4E564-EA9C-4147-F852-FE918AFB3D77}"/>
              </a:ext>
            </a:extLst>
          </p:cNvPr>
          <p:cNvGrpSpPr/>
          <p:nvPr/>
        </p:nvGrpSpPr>
        <p:grpSpPr>
          <a:xfrm>
            <a:off x="8848022" y="3738785"/>
            <a:ext cx="1329396" cy="2567123"/>
            <a:chOff x="7324022" y="3738784"/>
            <a:chExt cx="1329396" cy="2567123"/>
          </a:xfrm>
        </p:grpSpPr>
        <p:sp>
          <p:nvSpPr>
            <p:cNvPr id="42" name="Shape">
              <a:extLst>
                <a:ext uri="{FF2B5EF4-FFF2-40B4-BE49-F238E27FC236}">
                  <a16:creationId xmlns:a16="http://schemas.microsoft.com/office/drawing/2014/main" id="{E0F81915-DF66-04F4-C460-0E83E7DA7046}"/>
                </a:ext>
              </a:extLst>
            </p:cNvPr>
            <p:cNvSpPr/>
            <p:nvPr/>
          </p:nvSpPr>
          <p:spPr>
            <a:xfrm>
              <a:off x="7845374" y="4244143"/>
              <a:ext cx="480619" cy="1342541"/>
            </a:xfrm>
            <a:prstGeom prst="rect">
              <a:avLst/>
            </a:prstGeom>
            <a:solidFill>
              <a:schemeClr val="bg2">
                <a:lumMod val="25000"/>
              </a:schemeClr>
            </a:solidFill>
            <a:ln w="12700">
              <a:miter lim="400000"/>
            </a:ln>
          </p:spPr>
          <p:txBody>
            <a:bodyPr lIns="28575" tIns="28575" rIns="28575" bIns="28575" anchor="ctr"/>
            <a:lstStyle/>
            <a:p>
              <a:endParaRPr sz="2250" dirty="0">
                <a:solidFill>
                  <a:srgbClr val="FFFFFF"/>
                </a:solidFill>
              </a:endParaRPr>
            </a:p>
          </p:txBody>
        </p:sp>
        <p:sp>
          <p:nvSpPr>
            <p:cNvPr id="97" name="Freeform: Shape 96">
              <a:extLst>
                <a:ext uri="{FF2B5EF4-FFF2-40B4-BE49-F238E27FC236}">
                  <a16:creationId xmlns:a16="http://schemas.microsoft.com/office/drawing/2014/main" id="{451011BA-00EB-D4B4-4169-8094B2399B02}"/>
                </a:ext>
              </a:extLst>
            </p:cNvPr>
            <p:cNvSpPr/>
            <p:nvPr/>
          </p:nvSpPr>
          <p:spPr>
            <a:xfrm>
              <a:off x="7324022" y="3931916"/>
              <a:ext cx="605375" cy="2373991"/>
            </a:xfrm>
            <a:custGeom>
              <a:avLst/>
              <a:gdLst>
                <a:gd name="connsiteX0" fmla="*/ 0 w 605375"/>
                <a:gd name="connsiteY0" fmla="*/ 0 h 2373991"/>
                <a:gd name="connsiteX1" fmla="*/ 605375 w 605375"/>
                <a:gd name="connsiteY1" fmla="*/ 0 h 2373991"/>
                <a:gd name="connsiteX2" fmla="*/ 605375 w 605375"/>
                <a:gd name="connsiteY2" fmla="*/ 1503684 h 2373991"/>
                <a:gd name="connsiteX3" fmla="*/ 605375 w 605375"/>
                <a:gd name="connsiteY3" fmla="*/ 1654768 h 2373991"/>
                <a:gd name="connsiteX4" fmla="*/ 605375 w 605375"/>
                <a:gd name="connsiteY4" fmla="*/ 2373991 h 2373991"/>
                <a:gd name="connsiteX5" fmla="*/ 0 w 605375"/>
                <a:gd name="connsiteY5" fmla="*/ 2373991 h 2373991"/>
                <a:gd name="connsiteX6" fmla="*/ 0 w 605375"/>
                <a:gd name="connsiteY6" fmla="*/ 1654768 h 2373991"/>
                <a:gd name="connsiteX7" fmla="*/ 0 w 605375"/>
                <a:gd name="connsiteY7" fmla="*/ 1503684 h 237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375" h="2373991">
                  <a:moveTo>
                    <a:pt x="0" y="0"/>
                  </a:moveTo>
                  <a:lnTo>
                    <a:pt x="605375" y="0"/>
                  </a:lnTo>
                  <a:lnTo>
                    <a:pt x="605375" y="1503684"/>
                  </a:lnTo>
                  <a:lnTo>
                    <a:pt x="605375" y="1654768"/>
                  </a:lnTo>
                  <a:lnTo>
                    <a:pt x="605375" y="2373991"/>
                  </a:lnTo>
                  <a:lnTo>
                    <a:pt x="0" y="2373991"/>
                  </a:lnTo>
                  <a:lnTo>
                    <a:pt x="0" y="1654768"/>
                  </a:lnTo>
                  <a:lnTo>
                    <a:pt x="0" y="1503684"/>
                  </a:lnTo>
                  <a:close/>
                </a:path>
              </a:pathLst>
            </a:custGeom>
            <a:solidFill>
              <a:schemeClr val="bg2">
                <a:lumMod val="25000"/>
              </a:schemeClr>
            </a:solidFill>
            <a:ln w="12700">
              <a:miter lim="400000"/>
            </a:ln>
          </p:spPr>
          <p:txBody>
            <a:bodyPr wrap="square" lIns="28575" tIns="28575" rIns="28575" bIns="28575" anchor="ctr">
              <a:noAutofit/>
            </a:bodyPr>
            <a:lstStyle/>
            <a:p>
              <a:pPr>
                <a:defRPr sz="3000">
                  <a:solidFill>
                    <a:srgbClr val="FFFFFF"/>
                  </a:solidFill>
                </a:defRPr>
              </a:pPr>
              <a:endParaRPr sz="2250" dirty="0"/>
            </a:p>
          </p:txBody>
        </p:sp>
        <p:sp>
          <p:nvSpPr>
            <p:cNvPr id="98" name="Freeform: Shape 97">
              <a:extLst>
                <a:ext uri="{FF2B5EF4-FFF2-40B4-BE49-F238E27FC236}">
                  <a16:creationId xmlns:a16="http://schemas.microsoft.com/office/drawing/2014/main" id="{0F855EAE-102C-E43D-4963-09124D3ABBAC}"/>
                </a:ext>
              </a:extLst>
            </p:cNvPr>
            <p:cNvSpPr/>
            <p:nvPr/>
          </p:nvSpPr>
          <p:spPr>
            <a:xfrm>
              <a:off x="7806851" y="4554990"/>
              <a:ext cx="846567" cy="1750916"/>
            </a:xfrm>
            <a:custGeom>
              <a:avLst/>
              <a:gdLst>
                <a:gd name="connsiteX0" fmla="*/ 0 w 846567"/>
                <a:gd name="connsiteY0" fmla="*/ 0 h 1750916"/>
                <a:gd name="connsiteX1" fmla="*/ 846567 w 846567"/>
                <a:gd name="connsiteY1" fmla="*/ 0 h 1750916"/>
                <a:gd name="connsiteX2" fmla="*/ 846567 w 846567"/>
                <a:gd name="connsiteY2" fmla="*/ 874260 h 1750916"/>
                <a:gd name="connsiteX3" fmla="*/ 846567 w 846567"/>
                <a:gd name="connsiteY3" fmla="*/ 1031693 h 1750916"/>
                <a:gd name="connsiteX4" fmla="*/ 846567 w 846567"/>
                <a:gd name="connsiteY4" fmla="*/ 1750916 h 1750916"/>
                <a:gd name="connsiteX5" fmla="*/ 0 w 846567"/>
                <a:gd name="connsiteY5" fmla="*/ 1750916 h 1750916"/>
                <a:gd name="connsiteX6" fmla="*/ 0 w 846567"/>
                <a:gd name="connsiteY6" fmla="*/ 1031693 h 1750916"/>
                <a:gd name="connsiteX7" fmla="*/ 0 w 846567"/>
                <a:gd name="connsiteY7" fmla="*/ 874260 h 175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6567" h="1750916">
                  <a:moveTo>
                    <a:pt x="0" y="0"/>
                  </a:moveTo>
                  <a:lnTo>
                    <a:pt x="846567" y="0"/>
                  </a:lnTo>
                  <a:lnTo>
                    <a:pt x="846567" y="874260"/>
                  </a:lnTo>
                  <a:lnTo>
                    <a:pt x="846567" y="1031693"/>
                  </a:lnTo>
                  <a:lnTo>
                    <a:pt x="846567" y="1750916"/>
                  </a:lnTo>
                  <a:lnTo>
                    <a:pt x="0" y="1750916"/>
                  </a:lnTo>
                  <a:lnTo>
                    <a:pt x="0" y="1031693"/>
                  </a:lnTo>
                  <a:lnTo>
                    <a:pt x="0" y="874260"/>
                  </a:lnTo>
                  <a:close/>
                </a:path>
              </a:pathLst>
            </a:custGeom>
            <a:solidFill>
              <a:schemeClr val="bg2">
                <a:lumMod val="50000"/>
              </a:schemeClr>
            </a:solidFill>
            <a:ln w="12700">
              <a:miter lim="400000"/>
            </a:ln>
          </p:spPr>
          <p:txBody>
            <a:bodyPr wrap="square" lIns="28575" tIns="28575" rIns="28575" bIns="28575" anchor="ctr">
              <a:noAutofit/>
            </a:bodyPr>
            <a:lstStyle/>
            <a:p>
              <a:endParaRPr sz="2250" dirty="0">
                <a:solidFill>
                  <a:srgbClr val="FFFFFF"/>
                </a:solidFill>
              </a:endParaRPr>
            </a:p>
          </p:txBody>
        </p:sp>
        <p:sp>
          <p:nvSpPr>
            <p:cNvPr id="41" name="Shape">
              <a:extLst>
                <a:ext uri="{FF2B5EF4-FFF2-40B4-BE49-F238E27FC236}">
                  <a16:creationId xmlns:a16="http://schemas.microsoft.com/office/drawing/2014/main" id="{6C40DEB3-E9A0-4EA6-A993-6785DF44956E}"/>
                </a:ext>
              </a:extLst>
            </p:cNvPr>
            <p:cNvSpPr/>
            <p:nvPr/>
          </p:nvSpPr>
          <p:spPr>
            <a:xfrm>
              <a:off x="7651195" y="3884328"/>
              <a:ext cx="605375" cy="558392"/>
            </a:xfrm>
            <a:prstGeom prst="rect">
              <a:avLst/>
            </a:prstGeom>
            <a:solidFill>
              <a:schemeClr val="bg2">
                <a:lumMod val="25000"/>
              </a:schemeClr>
            </a:solidFill>
            <a:ln w="12700">
              <a:miter lim="400000"/>
            </a:ln>
          </p:spPr>
          <p:txBody>
            <a:bodyPr lIns="28575" tIns="28575" rIns="28575" bIns="28575" anchor="ctr"/>
            <a:lstStyle/>
            <a:p>
              <a:pPr>
                <a:defRPr sz="3000">
                  <a:solidFill>
                    <a:srgbClr val="FFFFFF"/>
                  </a:solidFill>
                </a:defRPr>
              </a:pPr>
              <a:endParaRPr sz="2250" dirty="0"/>
            </a:p>
          </p:txBody>
        </p:sp>
        <p:sp>
          <p:nvSpPr>
            <p:cNvPr id="44" name="Shape">
              <a:extLst>
                <a:ext uri="{FF2B5EF4-FFF2-40B4-BE49-F238E27FC236}">
                  <a16:creationId xmlns:a16="http://schemas.microsoft.com/office/drawing/2014/main" id="{CA6EA59A-48FB-F969-72C9-0FBC2C56C7DD}"/>
                </a:ext>
              </a:extLst>
            </p:cNvPr>
            <p:cNvSpPr/>
            <p:nvPr/>
          </p:nvSpPr>
          <p:spPr>
            <a:xfrm>
              <a:off x="7324022" y="3738784"/>
              <a:ext cx="1329396" cy="1011186"/>
            </a:xfrm>
            <a:custGeom>
              <a:avLst/>
              <a:gdLst/>
              <a:ahLst/>
              <a:cxnLst>
                <a:cxn ang="0">
                  <a:pos x="wd2" y="hd2"/>
                </a:cxn>
                <a:cxn ang="5400000">
                  <a:pos x="wd2" y="hd2"/>
                </a:cxn>
                <a:cxn ang="10800000">
                  <a:pos x="wd2" y="hd2"/>
                </a:cxn>
                <a:cxn ang="16200000">
                  <a:pos x="wd2" y="hd2"/>
                </a:cxn>
              </a:cxnLst>
              <a:rect l="0" t="0" r="r" b="b"/>
              <a:pathLst>
                <a:path w="21600" h="21600" extrusionOk="0">
                  <a:moveTo>
                    <a:pt x="13755" y="0"/>
                  </a:moveTo>
                  <a:lnTo>
                    <a:pt x="15152" y="3109"/>
                  </a:lnTo>
                  <a:lnTo>
                    <a:pt x="6384" y="5761"/>
                  </a:lnTo>
                  <a:lnTo>
                    <a:pt x="8215" y="9832"/>
                  </a:lnTo>
                  <a:lnTo>
                    <a:pt x="14932" y="7799"/>
                  </a:lnTo>
                  <a:lnTo>
                    <a:pt x="16280" y="10795"/>
                  </a:lnTo>
                  <a:lnTo>
                    <a:pt x="9563" y="12823"/>
                  </a:lnTo>
                  <a:lnTo>
                    <a:pt x="11431" y="16978"/>
                  </a:lnTo>
                  <a:lnTo>
                    <a:pt x="20199" y="14326"/>
                  </a:lnTo>
                  <a:lnTo>
                    <a:pt x="21600" y="17435"/>
                  </a:lnTo>
                  <a:lnTo>
                    <a:pt x="7845" y="21600"/>
                  </a:lnTo>
                  <a:lnTo>
                    <a:pt x="0" y="4160"/>
                  </a:lnTo>
                  <a:close/>
                </a:path>
              </a:pathLst>
            </a:custGeom>
            <a:solidFill>
              <a:srgbClr val="F36F13"/>
            </a:solidFill>
            <a:ln w="12700">
              <a:miter lim="400000"/>
            </a:ln>
          </p:spPr>
          <p:txBody>
            <a:bodyPr lIns="28575" tIns="28575" rIns="28575" bIns="28575" anchor="ctr"/>
            <a:lstStyle/>
            <a:p>
              <a:pPr>
                <a:defRPr sz="3000">
                  <a:solidFill>
                    <a:srgbClr val="FFFFFF"/>
                  </a:solidFill>
                </a:defRPr>
              </a:pPr>
              <a:endParaRPr sz="2250" dirty="0"/>
            </a:p>
          </p:txBody>
        </p:sp>
      </p:grpSp>
      <p:sp>
        <p:nvSpPr>
          <p:cNvPr id="8" name="Slide Number Placeholder 7">
            <a:extLst>
              <a:ext uri="{FF2B5EF4-FFF2-40B4-BE49-F238E27FC236}">
                <a16:creationId xmlns:a16="http://schemas.microsoft.com/office/drawing/2014/main" id="{56F51F87-D293-D7D3-5366-4BBD3C99C025}"/>
              </a:ext>
            </a:extLst>
          </p:cNvPr>
          <p:cNvSpPr>
            <a:spLocks noGrp="1"/>
          </p:cNvSpPr>
          <p:nvPr>
            <p:ph type="sldNum" sz="quarter" idx="12"/>
          </p:nvPr>
        </p:nvSpPr>
        <p:spPr/>
        <p:txBody>
          <a:bodyPr/>
          <a:lstStyle/>
          <a:p>
            <a:fld id="{273BAE12-D270-459D-897B-6833652BB167}" type="slidenum">
              <a:rPr lang="en-US" smtClean="0"/>
              <a:t>9</a:t>
            </a:fld>
            <a:endParaRPr lang="en-US" dirty="0"/>
          </a:p>
        </p:txBody>
      </p:sp>
    </p:spTree>
    <p:extLst>
      <p:ext uri="{BB962C8B-B14F-4D97-AF65-F5344CB8AC3E}">
        <p14:creationId xmlns:p14="http://schemas.microsoft.com/office/powerpoint/2010/main" val="3014977264"/>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descr="Abstract white geometric texture">
            <a:extLst>
              <a:ext uri="{FF2B5EF4-FFF2-40B4-BE49-F238E27FC236}">
                <a16:creationId xmlns:a16="http://schemas.microsoft.com/office/drawing/2014/main" id="{47D9DE57-8949-AA1C-84A3-81EC34CFF75A}"/>
              </a:ext>
            </a:extLst>
          </p:cNvPr>
          <p:cNvPicPr>
            <a:picLocks noChangeAspect="1"/>
          </p:cNvPicPr>
          <p:nvPr/>
        </p:nvPicPr>
        <p:blipFill>
          <a:blip r:embed="rId2">
            <a:alphaModFix amt="50000"/>
          </a:blip>
          <a:stretch>
            <a:fillRect/>
          </a:stretch>
        </p:blipFill>
        <p:spPr>
          <a:xfrm>
            <a:off x="0" y="0"/>
            <a:ext cx="12203371" cy="6858000"/>
          </a:xfrm>
          <a:prstGeom prst="rect">
            <a:avLst/>
          </a:prstGeom>
        </p:spPr>
      </p:pic>
      <p:graphicFrame>
        <p:nvGraphicFramePr>
          <p:cNvPr id="15" name="Table 14">
            <a:extLst>
              <a:ext uri="{FF2B5EF4-FFF2-40B4-BE49-F238E27FC236}">
                <a16:creationId xmlns:a16="http://schemas.microsoft.com/office/drawing/2014/main" id="{DF7E2EA1-A6E7-BCF2-2D30-F26BF9C99BB1}"/>
              </a:ext>
            </a:extLst>
          </p:cNvPr>
          <p:cNvGraphicFramePr>
            <a:graphicFrameLocks noGrp="1"/>
          </p:cNvGraphicFramePr>
          <p:nvPr>
            <p:extLst>
              <p:ext uri="{D42A27DB-BD31-4B8C-83A1-F6EECF244321}">
                <p14:modId xmlns:p14="http://schemas.microsoft.com/office/powerpoint/2010/main" val="2763209648"/>
              </p:ext>
            </p:extLst>
          </p:nvPr>
        </p:nvGraphicFramePr>
        <p:xfrm>
          <a:off x="51624" y="425302"/>
          <a:ext cx="11855242" cy="5486405"/>
        </p:xfrm>
        <a:graphic>
          <a:graphicData uri="http://schemas.openxmlformats.org/drawingml/2006/table">
            <a:tbl>
              <a:tblPr>
                <a:tableStyleId>{5C22544A-7EE6-4342-B048-85BDC9FD1C3A}</a:tableStyleId>
              </a:tblPr>
              <a:tblGrid>
                <a:gridCol w="2576784">
                  <a:extLst>
                    <a:ext uri="{9D8B030D-6E8A-4147-A177-3AD203B41FA5}">
                      <a16:colId xmlns:a16="http://schemas.microsoft.com/office/drawing/2014/main" val="2399945540"/>
                    </a:ext>
                  </a:extLst>
                </a:gridCol>
                <a:gridCol w="1325494">
                  <a:extLst>
                    <a:ext uri="{9D8B030D-6E8A-4147-A177-3AD203B41FA5}">
                      <a16:colId xmlns:a16="http://schemas.microsoft.com/office/drawing/2014/main" val="415864803"/>
                    </a:ext>
                  </a:extLst>
                </a:gridCol>
                <a:gridCol w="1325494">
                  <a:extLst>
                    <a:ext uri="{9D8B030D-6E8A-4147-A177-3AD203B41FA5}">
                      <a16:colId xmlns:a16="http://schemas.microsoft.com/office/drawing/2014/main" val="2312584444"/>
                    </a:ext>
                  </a:extLst>
                </a:gridCol>
                <a:gridCol w="1325494">
                  <a:extLst>
                    <a:ext uri="{9D8B030D-6E8A-4147-A177-3AD203B41FA5}">
                      <a16:colId xmlns:a16="http://schemas.microsoft.com/office/drawing/2014/main" val="18145864"/>
                    </a:ext>
                  </a:extLst>
                </a:gridCol>
                <a:gridCol w="1325494">
                  <a:extLst>
                    <a:ext uri="{9D8B030D-6E8A-4147-A177-3AD203B41FA5}">
                      <a16:colId xmlns:a16="http://schemas.microsoft.com/office/drawing/2014/main" val="4154945041"/>
                    </a:ext>
                  </a:extLst>
                </a:gridCol>
                <a:gridCol w="1325494">
                  <a:extLst>
                    <a:ext uri="{9D8B030D-6E8A-4147-A177-3AD203B41FA5}">
                      <a16:colId xmlns:a16="http://schemas.microsoft.com/office/drawing/2014/main" val="1025105684"/>
                    </a:ext>
                  </a:extLst>
                </a:gridCol>
                <a:gridCol w="1325494">
                  <a:extLst>
                    <a:ext uri="{9D8B030D-6E8A-4147-A177-3AD203B41FA5}">
                      <a16:colId xmlns:a16="http://schemas.microsoft.com/office/drawing/2014/main" val="1939968154"/>
                    </a:ext>
                  </a:extLst>
                </a:gridCol>
                <a:gridCol w="1325494">
                  <a:extLst>
                    <a:ext uri="{9D8B030D-6E8A-4147-A177-3AD203B41FA5}">
                      <a16:colId xmlns:a16="http://schemas.microsoft.com/office/drawing/2014/main" val="3012417241"/>
                    </a:ext>
                  </a:extLst>
                </a:gridCol>
              </a:tblGrid>
              <a:tr h="719832">
                <a:tc>
                  <a:txBody>
                    <a:bodyPr/>
                    <a:lstStyle/>
                    <a:p>
                      <a:pPr algn="l" fontAlgn="ctr"/>
                      <a:endParaRPr lang="en-US" sz="1000" b="1" i="0" u="none" strike="noStrike" dirty="0">
                        <a:solidFill>
                          <a:srgbClr val="000000"/>
                        </a:solidFill>
                        <a:effectLst/>
                        <a:latin typeface="Avenir Next LT Pro (Body)"/>
                      </a:endParaRPr>
                    </a:p>
                  </a:txBody>
                  <a:tcPr marL="0" marR="0" marT="0" marB="0" anchor="ctr">
                    <a:lnL w="12700" cmpd="sng">
                      <a:noFill/>
                    </a:lnL>
                    <a:lnR w="12700" cmpd="sng">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Project Manager</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Communication Specialist</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Quality Assurance Specialist</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Lead Business Analyst</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Developer</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Data Analyst</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400" b="0" i="0" u="none" strike="noStrike" dirty="0">
                          <a:solidFill>
                            <a:srgbClr val="000000"/>
                          </a:solidFill>
                          <a:effectLst/>
                          <a:latin typeface="Avenir Next LT Pro (Body)"/>
                        </a:rPr>
                        <a:t>Project Sponsor</a:t>
                      </a:r>
                    </a:p>
                  </a:txBody>
                  <a:tcPr marL="45764"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8066585"/>
                  </a:ext>
                </a:extLst>
              </a:tr>
              <a:tr h="680939">
                <a:tc>
                  <a:txBody>
                    <a:bodyPr/>
                    <a:lstStyle/>
                    <a:p>
                      <a:pPr algn="r" fontAlgn="ctr"/>
                      <a:r>
                        <a:rPr lang="en-US" sz="1400" b="0" i="0" u="none" strike="noStrike" dirty="0">
                          <a:solidFill>
                            <a:srgbClr val="000000"/>
                          </a:solidFill>
                          <a:effectLst/>
                          <a:latin typeface="Avenir Next LT Pro (Body)"/>
                        </a:rPr>
                        <a:t>Project Planning &amp; Initiation</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5109925"/>
                  </a:ext>
                </a:extLst>
              </a:tr>
              <a:tr h="680939">
                <a:tc>
                  <a:txBody>
                    <a:bodyPr/>
                    <a:lstStyle/>
                    <a:p>
                      <a:pPr algn="r" fontAlgn="ctr"/>
                      <a:r>
                        <a:rPr lang="en-US" sz="1400" b="0" i="0" u="none" strike="noStrike" dirty="0">
                          <a:solidFill>
                            <a:srgbClr val="000000"/>
                          </a:solidFill>
                          <a:effectLst/>
                          <a:latin typeface="Avenir Next LT Pro (Body)"/>
                        </a:rPr>
                        <a:t>Requirements Gathering</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4155049"/>
                  </a:ext>
                </a:extLst>
              </a:tr>
              <a:tr h="680939">
                <a:tc>
                  <a:txBody>
                    <a:bodyPr/>
                    <a:lstStyle/>
                    <a:p>
                      <a:pPr algn="r" fontAlgn="ctr"/>
                      <a:r>
                        <a:rPr lang="en-US" sz="1400" b="0" i="0" u="none" strike="noStrike" dirty="0">
                          <a:solidFill>
                            <a:srgbClr val="000000"/>
                          </a:solidFill>
                          <a:effectLst/>
                          <a:latin typeface="Avenir Next LT Pro (Body)"/>
                        </a:rPr>
                        <a:t>Mobile Wallet Design</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3530952"/>
                  </a:ext>
                </a:extLst>
              </a:tr>
              <a:tr h="680939">
                <a:tc>
                  <a:txBody>
                    <a:bodyPr/>
                    <a:lstStyle/>
                    <a:p>
                      <a:pPr algn="r" fontAlgn="ctr"/>
                      <a:r>
                        <a:rPr lang="en-US" sz="1400" b="0" i="0" u="none" strike="noStrike" dirty="0">
                          <a:solidFill>
                            <a:srgbClr val="000000"/>
                          </a:solidFill>
                          <a:effectLst/>
                          <a:latin typeface="Avenir Next LT Pro (Body)"/>
                        </a:rPr>
                        <a:t>User Acceptance Testing (UAT) </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6485923"/>
                  </a:ext>
                </a:extLst>
              </a:tr>
              <a:tr h="680939">
                <a:tc>
                  <a:txBody>
                    <a:bodyPr/>
                    <a:lstStyle/>
                    <a:p>
                      <a:pPr algn="r" fontAlgn="ctr"/>
                      <a:r>
                        <a:rPr lang="en-US" sz="1400" b="0" i="0" u="none" strike="noStrike" dirty="0">
                          <a:solidFill>
                            <a:srgbClr val="000000"/>
                          </a:solidFill>
                          <a:effectLst/>
                          <a:latin typeface="Avenir Next LT Pro (Body)"/>
                        </a:rPr>
                        <a:t>Deployment &amp; Integration with Existing App</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78723138"/>
                  </a:ext>
                </a:extLst>
              </a:tr>
              <a:tr h="680939">
                <a:tc>
                  <a:txBody>
                    <a:bodyPr/>
                    <a:lstStyle/>
                    <a:p>
                      <a:pPr algn="r" fontAlgn="ctr"/>
                      <a:r>
                        <a:rPr lang="en-US" sz="1400" b="0" i="0" u="none" strike="noStrike" dirty="0">
                          <a:solidFill>
                            <a:srgbClr val="000000"/>
                          </a:solidFill>
                          <a:effectLst/>
                          <a:latin typeface="Avenir Next LT Pro (Body)"/>
                        </a:rPr>
                        <a:t>Marketing Strategy &amp; Launch Plan</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9710233"/>
                  </a:ext>
                </a:extLst>
              </a:tr>
              <a:tr h="680939">
                <a:tc>
                  <a:txBody>
                    <a:bodyPr/>
                    <a:lstStyle/>
                    <a:p>
                      <a:pPr algn="r" fontAlgn="ctr"/>
                      <a:r>
                        <a:rPr lang="en-US" sz="1400" b="0" i="0" u="none" strike="noStrike" dirty="0">
                          <a:solidFill>
                            <a:srgbClr val="000000"/>
                          </a:solidFill>
                          <a:effectLst/>
                          <a:latin typeface="Avenir Next LT Pro (Body)"/>
                        </a:rPr>
                        <a:t>Status Reports &amp; Project Updates</a:t>
                      </a:r>
                    </a:p>
                  </a:txBody>
                  <a:tcPr marL="171450"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dirty="0">
                        <a:solidFill>
                          <a:srgbClr val="000000"/>
                        </a:solidFill>
                        <a:effectLst/>
                        <a:latin typeface="Avenir Next LT Pro (Body)"/>
                      </a:endParaRPr>
                    </a:p>
                  </a:txBody>
                  <a:tcPr marL="9525" marR="9525" marT="9525" marB="0" anchor="ctr">
                    <a:lnL w="12700" cap="flat" cmpd="sng" algn="ctr">
                      <a:solidFill>
                        <a:schemeClr val="bg1">
                          <a:lumMod val="75000"/>
                        </a:schemeClr>
                      </a:solidFill>
                      <a:prstDash val="sysDash"/>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412722"/>
                  </a:ext>
                </a:extLst>
              </a:tr>
            </a:tbl>
          </a:graphicData>
        </a:graphic>
      </p:graphicFrame>
      <p:grpSp>
        <p:nvGrpSpPr>
          <p:cNvPr id="3" name="Group 2">
            <a:extLst>
              <a:ext uri="{FF2B5EF4-FFF2-40B4-BE49-F238E27FC236}">
                <a16:creationId xmlns:a16="http://schemas.microsoft.com/office/drawing/2014/main" id="{EE9AB4BC-DD0C-5EC7-54A8-674B573A3F81}"/>
              </a:ext>
            </a:extLst>
          </p:cNvPr>
          <p:cNvGrpSpPr/>
          <p:nvPr/>
        </p:nvGrpSpPr>
        <p:grpSpPr>
          <a:xfrm>
            <a:off x="1165996" y="6360925"/>
            <a:ext cx="2534804" cy="359820"/>
            <a:chOff x="5258858" y="4905467"/>
            <a:chExt cx="2534804" cy="359820"/>
          </a:xfrm>
        </p:grpSpPr>
        <p:pic>
          <p:nvPicPr>
            <p:cNvPr id="5" name="Picture 4" descr="Icon&#10;&#10;Description automatically generated">
              <a:extLst>
                <a:ext uri="{FF2B5EF4-FFF2-40B4-BE49-F238E27FC236}">
                  <a16:creationId xmlns:a16="http://schemas.microsoft.com/office/drawing/2014/main" id="{DBEC881B-F4F8-3143-D244-4207C292CB36}"/>
                </a:ext>
              </a:extLst>
            </p:cNvPr>
            <p:cNvPicPr>
              <a:picLocks noChangeAspect="1"/>
            </p:cNvPicPr>
            <p:nvPr/>
          </p:nvPicPr>
          <p:blipFill>
            <a:blip r:embed="rId3"/>
            <a:stretch>
              <a:fillRect/>
            </a:stretch>
          </p:blipFill>
          <p:spPr>
            <a:xfrm>
              <a:off x="5589931" y="4905467"/>
              <a:ext cx="355845" cy="355845"/>
            </a:xfrm>
            <a:prstGeom prst="rect">
              <a:avLst/>
            </a:prstGeom>
          </p:spPr>
        </p:pic>
        <p:sp>
          <p:nvSpPr>
            <p:cNvPr id="17" name="TextBox 16">
              <a:extLst>
                <a:ext uri="{FF2B5EF4-FFF2-40B4-BE49-F238E27FC236}">
                  <a16:creationId xmlns:a16="http://schemas.microsoft.com/office/drawing/2014/main" id="{7D4BB769-AA7D-3D53-C31A-3D1E1D4B581A}"/>
                </a:ext>
              </a:extLst>
            </p:cNvPr>
            <p:cNvSpPr txBox="1"/>
            <p:nvPr/>
          </p:nvSpPr>
          <p:spPr>
            <a:xfrm>
              <a:off x="5910733" y="4926733"/>
              <a:ext cx="1882929" cy="338554"/>
            </a:xfrm>
            <a:prstGeom prst="rect">
              <a:avLst/>
            </a:prstGeom>
            <a:noFill/>
          </p:spPr>
          <p:txBody>
            <a:bodyPr wrap="square" rtlCol="0">
              <a:spAutoFit/>
            </a:bodyPr>
            <a:lstStyle/>
            <a:p>
              <a:r>
                <a:rPr lang="en-US" sz="1600" spc="300" dirty="0">
                  <a:solidFill>
                    <a:schemeClr val="tx1">
                      <a:lumMod val="65000"/>
                      <a:lumOff val="35000"/>
                    </a:schemeClr>
                  </a:solidFill>
                  <a:latin typeface="Century Gothic" panose="020B0502020202020204" pitchFamily="34" charset="0"/>
                </a:rPr>
                <a:t>RESPONSIBLE</a:t>
              </a:r>
            </a:p>
          </p:txBody>
        </p:sp>
        <p:pic>
          <p:nvPicPr>
            <p:cNvPr id="24" name="Graphic 23">
              <a:extLst>
                <a:ext uri="{FF2B5EF4-FFF2-40B4-BE49-F238E27FC236}">
                  <a16:creationId xmlns:a16="http://schemas.microsoft.com/office/drawing/2014/main" id="{0B70A7D8-AB75-3B42-9545-6296140DDE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58858" y="4936763"/>
              <a:ext cx="274320" cy="274320"/>
            </a:xfrm>
            <a:prstGeom prst="rect">
              <a:avLst/>
            </a:prstGeom>
          </p:spPr>
        </p:pic>
      </p:grpSp>
      <p:grpSp>
        <p:nvGrpSpPr>
          <p:cNvPr id="13" name="Group 12">
            <a:extLst>
              <a:ext uri="{FF2B5EF4-FFF2-40B4-BE49-F238E27FC236}">
                <a16:creationId xmlns:a16="http://schemas.microsoft.com/office/drawing/2014/main" id="{35FE0B54-92D4-E487-B49C-3FA107CD212C}"/>
              </a:ext>
            </a:extLst>
          </p:cNvPr>
          <p:cNvGrpSpPr/>
          <p:nvPr/>
        </p:nvGrpSpPr>
        <p:grpSpPr>
          <a:xfrm>
            <a:off x="7055742" y="6360925"/>
            <a:ext cx="2533718" cy="359820"/>
            <a:chOff x="5258858" y="5662309"/>
            <a:chExt cx="2533718" cy="359820"/>
          </a:xfrm>
        </p:grpSpPr>
        <p:pic>
          <p:nvPicPr>
            <p:cNvPr id="9" name="Picture 8" descr="Icon&#10;&#10;Description automatically generated">
              <a:extLst>
                <a:ext uri="{FF2B5EF4-FFF2-40B4-BE49-F238E27FC236}">
                  <a16:creationId xmlns:a16="http://schemas.microsoft.com/office/drawing/2014/main" id="{3F483A7D-CD62-2E63-DFB9-F2F2E185627B}"/>
                </a:ext>
              </a:extLst>
            </p:cNvPr>
            <p:cNvPicPr>
              <a:picLocks noChangeAspect="1"/>
            </p:cNvPicPr>
            <p:nvPr/>
          </p:nvPicPr>
          <p:blipFill>
            <a:blip r:embed="rId6"/>
            <a:stretch>
              <a:fillRect/>
            </a:stretch>
          </p:blipFill>
          <p:spPr>
            <a:xfrm>
              <a:off x="5589931" y="5662309"/>
              <a:ext cx="355845" cy="355845"/>
            </a:xfrm>
            <a:prstGeom prst="rect">
              <a:avLst/>
            </a:prstGeom>
          </p:spPr>
        </p:pic>
        <p:sp>
          <p:nvSpPr>
            <p:cNvPr id="19" name="TextBox 18">
              <a:extLst>
                <a:ext uri="{FF2B5EF4-FFF2-40B4-BE49-F238E27FC236}">
                  <a16:creationId xmlns:a16="http://schemas.microsoft.com/office/drawing/2014/main" id="{7A07CFED-5F60-7FF1-4FC9-7C1769DF92F6}"/>
                </a:ext>
              </a:extLst>
            </p:cNvPr>
            <p:cNvSpPr txBox="1"/>
            <p:nvPr/>
          </p:nvSpPr>
          <p:spPr>
            <a:xfrm>
              <a:off x="5909648" y="5683575"/>
              <a:ext cx="1882928" cy="338554"/>
            </a:xfrm>
            <a:prstGeom prst="rect">
              <a:avLst/>
            </a:prstGeom>
            <a:noFill/>
          </p:spPr>
          <p:txBody>
            <a:bodyPr wrap="square" rtlCol="0">
              <a:spAutoFit/>
            </a:bodyPr>
            <a:lstStyle/>
            <a:p>
              <a:r>
                <a:rPr lang="en-US" sz="1600" spc="300" dirty="0">
                  <a:solidFill>
                    <a:schemeClr val="tx1">
                      <a:lumMod val="65000"/>
                      <a:lumOff val="35000"/>
                    </a:schemeClr>
                  </a:solidFill>
                  <a:latin typeface="Century Gothic" panose="020B0502020202020204" pitchFamily="34" charset="0"/>
                </a:rPr>
                <a:t>CONSULTED</a:t>
              </a:r>
            </a:p>
          </p:txBody>
        </p:sp>
        <p:pic>
          <p:nvPicPr>
            <p:cNvPr id="25" name="Graphic 24">
              <a:extLst>
                <a:ext uri="{FF2B5EF4-FFF2-40B4-BE49-F238E27FC236}">
                  <a16:creationId xmlns:a16="http://schemas.microsoft.com/office/drawing/2014/main" id="{8494123F-0D39-0220-A44C-75E7F229BF8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58858" y="5726069"/>
              <a:ext cx="274320" cy="274320"/>
            </a:xfrm>
            <a:prstGeom prst="rect">
              <a:avLst/>
            </a:prstGeom>
          </p:spPr>
        </p:pic>
      </p:grpSp>
      <p:grpSp>
        <p:nvGrpSpPr>
          <p:cNvPr id="6" name="Group 5">
            <a:extLst>
              <a:ext uri="{FF2B5EF4-FFF2-40B4-BE49-F238E27FC236}">
                <a16:creationId xmlns:a16="http://schemas.microsoft.com/office/drawing/2014/main" id="{7BF11C58-00BA-AC60-B087-00236A873377}"/>
              </a:ext>
            </a:extLst>
          </p:cNvPr>
          <p:cNvGrpSpPr/>
          <p:nvPr/>
        </p:nvGrpSpPr>
        <p:grpSpPr>
          <a:xfrm>
            <a:off x="3963572" y="6360925"/>
            <a:ext cx="2832516" cy="359820"/>
            <a:chOff x="5258858" y="5283888"/>
            <a:chExt cx="2832516" cy="359820"/>
          </a:xfrm>
        </p:grpSpPr>
        <p:pic>
          <p:nvPicPr>
            <p:cNvPr id="7" name="Picture 6" descr="A picture containing text, sign, outdoor, clipart&#10;&#10;Description automatically generated">
              <a:extLst>
                <a:ext uri="{FF2B5EF4-FFF2-40B4-BE49-F238E27FC236}">
                  <a16:creationId xmlns:a16="http://schemas.microsoft.com/office/drawing/2014/main" id="{061A0E9E-B98A-FD9D-3B43-DE5B00C76B9C}"/>
                </a:ext>
              </a:extLst>
            </p:cNvPr>
            <p:cNvPicPr>
              <a:picLocks noChangeAspect="1"/>
            </p:cNvPicPr>
            <p:nvPr/>
          </p:nvPicPr>
          <p:blipFill>
            <a:blip r:embed="rId9"/>
            <a:stretch>
              <a:fillRect/>
            </a:stretch>
          </p:blipFill>
          <p:spPr>
            <a:xfrm>
              <a:off x="5589931" y="5283888"/>
              <a:ext cx="355845" cy="355845"/>
            </a:xfrm>
            <a:prstGeom prst="rect">
              <a:avLst/>
            </a:prstGeom>
          </p:spPr>
        </p:pic>
        <p:sp>
          <p:nvSpPr>
            <p:cNvPr id="18" name="TextBox 17">
              <a:extLst>
                <a:ext uri="{FF2B5EF4-FFF2-40B4-BE49-F238E27FC236}">
                  <a16:creationId xmlns:a16="http://schemas.microsoft.com/office/drawing/2014/main" id="{1ECF7B09-295E-295E-5B15-7EC0B4824531}"/>
                </a:ext>
              </a:extLst>
            </p:cNvPr>
            <p:cNvSpPr txBox="1"/>
            <p:nvPr/>
          </p:nvSpPr>
          <p:spPr>
            <a:xfrm>
              <a:off x="5910733" y="5305154"/>
              <a:ext cx="2180641" cy="338554"/>
            </a:xfrm>
            <a:prstGeom prst="rect">
              <a:avLst/>
            </a:prstGeom>
            <a:noFill/>
          </p:spPr>
          <p:txBody>
            <a:bodyPr wrap="square" rtlCol="0">
              <a:spAutoFit/>
            </a:bodyPr>
            <a:lstStyle/>
            <a:p>
              <a:r>
                <a:rPr lang="en-US" sz="1600" spc="300" dirty="0">
                  <a:solidFill>
                    <a:schemeClr val="tx1">
                      <a:lumMod val="65000"/>
                      <a:lumOff val="35000"/>
                    </a:schemeClr>
                  </a:solidFill>
                  <a:latin typeface="Century Gothic" panose="020B0502020202020204" pitchFamily="34" charset="0"/>
                </a:rPr>
                <a:t>ACCOUNTABLE</a:t>
              </a:r>
            </a:p>
          </p:txBody>
        </p:sp>
        <p:pic>
          <p:nvPicPr>
            <p:cNvPr id="26" name="Graphic 25">
              <a:extLst>
                <a:ext uri="{FF2B5EF4-FFF2-40B4-BE49-F238E27FC236}">
                  <a16:creationId xmlns:a16="http://schemas.microsoft.com/office/drawing/2014/main" id="{E2396937-F72E-0021-BB48-920FA3F3092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8858" y="5323635"/>
              <a:ext cx="274320" cy="274320"/>
            </a:xfrm>
            <a:prstGeom prst="rect">
              <a:avLst/>
            </a:prstGeom>
          </p:spPr>
        </p:pic>
      </p:grpSp>
      <p:grpSp>
        <p:nvGrpSpPr>
          <p:cNvPr id="14" name="Group 13">
            <a:extLst>
              <a:ext uri="{FF2B5EF4-FFF2-40B4-BE49-F238E27FC236}">
                <a16:creationId xmlns:a16="http://schemas.microsoft.com/office/drawing/2014/main" id="{F5FD6E4D-9184-2FFE-36F3-8C6898C083F2}"/>
              </a:ext>
            </a:extLst>
          </p:cNvPr>
          <p:cNvGrpSpPr/>
          <p:nvPr/>
        </p:nvGrpSpPr>
        <p:grpSpPr>
          <a:xfrm>
            <a:off x="9777695" y="6360925"/>
            <a:ext cx="2533718" cy="359819"/>
            <a:chOff x="5258858" y="6040731"/>
            <a:chExt cx="2533718" cy="359819"/>
          </a:xfrm>
        </p:grpSpPr>
        <p:pic>
          <p:nvPicPr>
            <p:cNvPr id="12" name="Picture 11" descr="Icon&#10;&#10;Description automatically generated">
              <a:extLst>
                <a:ext uri="{FF2B5EF4-FFF2-40B4-BE49-F238E27FC236}">
                  <a16:creationId xmlns:a16="http://schemas.microsoft.com/office/drawing/2014/main" id="{4A67C2A4-D661-DDCC-07E2-60E9E892B5E1}"/>
                </a:ext>
              </a:extLst>
            </p:cNvPr>
            <p:cNvPicPr>
              <a:picLocks noChangeAspect="1"/>
            </p:cNvPicPr>
            <p:nvPr/>
          </p:nvPicPr>
          <p:blipFill>
            <a:blip r:embed="rId12"/>
            <a:stretch>
              <a:fillRect/>
            </a:stretch>
          </p:blipFill>
          <p:spPr>
            <a:xfrm>
              <a:off x="5589931" y="6040731"/>
              <a:ext cx="355845" cy="355845"/>
            </a:xfrm>
            <a:prstGeom prst="rect">
              <a:avLst/>
            </a:prstGeom>
          </p:spPr>
        </p:pic>
        <p:sp>
          <p:nvSpPr>
            <p:cNvPr id="20" name="TextBox 19">
              <a:extLst>
                <a:ext uri="{FF2B5EF4-FFF2-40B4-BE49-F238E27FC236}">
                  <a16:creationId xmlns:a16="http://schemas.microsoft.com/office/drawing/2014/main" id="{2CCC8ACA-D8AE-7C84-431B-B9723C817D97}"/>
                </a:ext>
              </a:extLst>
            </p:cNvPr>
            <p:cNvSpPr txBox="1"/>
            <p:nvPr/>
          </p:nvSpPr>
          <p:spPr>
            <a:xfrm>
              <a:off x="5909648" y="6061996"/>
              <a:ext cx="1882928" cy="338554"/>
            </a:xfrm>
            <a:prstGeom prst="rect">
              <a:avLst/>
            </a:prstGeom>
            <a:noFill/>
          </p:spPr>
          <p:txBody>
            <a:bodyPr wrap="square" rtlCol="0">
              <a:spAutoFit/>
            </a:bodyPr>
            <a:lstStyle/>
            <a:p>
              <a:r>
                <a:rPr lang="en-US" sz="1600" spc="300" dirty="0">
                  <a:solidFill>
                    <a:schemeClr val="tx1">
                      <a:lumMod val="65000"/>
                      <a:lumOff val="35000"/>
                    </a:schemeClr>
                  </a:solidFill>
                  <a:latin typeface="Century Gothic" panose="020B0502020202020204" pitchFamily="34" charset="0"/>
                </a:rPr>
                <a:t>INFORMED</a:t>
              </a:r>
            </a:p>
          </p:txBody>
        </p:sp>
        <p:pic>
          <p:nvPicPr>
            <p:cNvPr id="27" name="Graphic 26">
              <a:extLst>
                <a:ext uri="{FF2B5EF4-FFF2-40B4-BE49-F238E27FC236}">
                  <a16:creationId xmlns:a16="http://schemas.microsoft.com/office/drawing/2014/main" id="{397D3394-C805-D982-BEBB-A3AA22A6EFA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58858" y="6117995"/>
              <a:ext cx="274320" cy="274320"/>
            </a:xfrm>
            <a:prstGeom prst="rect">
              <a:avLst/>
            </a:prstGeom>
          </p:spPr>
        </p:pic>
      </p:grpSp>
      <p:grpSp>
        <p:nvGrpSpPr>
          <p:cNvPr id="46" name="Group 45">
            <a:extLst>
              <a:ext uri="{FF2B5EF4-FFF2-40B4-BE49-F238E27FC236}">
                <a16:creationId xmlns:a16="http://schemas.microsoft.com/office/drawing/2014/main" id="{EF868821-CD79-35CE-5B4B-9F82136334E1}"/>
              </a:ext>
            </a:extLst>
          </p:cNvPr>
          <p:cNvGrpSpPr/>
          <p:nvPr/>
        </p:nvGrpSpPr>
        <p:grpSpPr>
          <a:xfrm>
            <a:off x="2843974" y="1366323"/>
            <a:ext cx="1097280" cy="274320"/>
            <a:chOff x="2843974" y="1366323"/>
            <a:chExt cx="1097280" cy="274320"/>
          </a:xfrm>
        </p:grpSpPr>
        <p:pic>
          <p:nvPicPr>
            <p:cNvPr id="48" name="Picture 47" descr="Icon&#10;&#10;Description automatically generated">
              <a:extLst>
                <a:ext uri="{FF2B5EF4-FFF2-40B4-BE49-F238E27FC236}">
                  <a16:creationId xmlns:a16="http://schemas.microsoft.com/office/drawing/2014/main" id="{3D742F7F-F546-D26F-FF73-06EEC3D73FF8}"/>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49" name="Picture 48" descr="A picture containing text, sign, outdoor, clipart&#10;&#10;Description automatically generated">
              <a:extLst>
                <a:ext uri="{FF2B5EF4-FFF2-40B4-BE49-F238E27FC236}">
                  <a16:creationId xmlns:a16="http://schemas.microsoft.com/office/drawing/2014/main" id="{40F7AD8C-FFEB-6D02-59C5-9F3282B266A4}"/>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55" name="Picture 54" descr="Icon&#10;&#10;Description automatically generated">
              <a:extLst>
                <a:ext uri="{FF2B5EF4-FFF2-40B4-BE49-F238E27FC236}">
                  <a16:creationId xmlns:a16="http://schemas.microsoft.com/office/drawing/2014/main" id="{499EE88D-12F2-E910-9FDE-93600316F0B5}"/>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59" name="Picture 58" descr="Icon&#10;&#10;Description automatically generated">
              <a:extLst>
                <a:ext uri="{FF2B5EF4-FFF2-40B4-BE49-F238E27FC236}">
                  <a16:creationId xmlns:a16="http://schemas.microsoft.com/office/drawing/2014/main" id="{A65948C8-249F-3742-738D-EA7E400791FE}"/>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47" name="Group 46">
            <a:extLst>
              <a:ext uri="{FF2B5EF4-FFF2-40B4-BE49-F238E27FC236}">
                <a16:creationId xmlns:a16="http://schemas.microsoft.com/office/drawing/2014/main" id="{A9C045C6-2AF6-209C-7D42-F0D34C4B7E0C}"/>
              </a:ext>
            </a:extLst>
          </p:cNvPr>
          <p:cNvGrpSpPr/>
          <p:nvPr/>
        </p:nvGrpSpPr>
        <p:grpSpPr>
          <a:xfrm>
            <a:off x="2843974" y="2047104"/>
            <a:ext cx="1097280" cy="274320"/>
            <a:chOff x="2843974" y="2047104"/>
            <a:chExt cx="1097280" cy="274320"/>
          </a:xfrm>
        </p:grpSpPr>
        <p:pic>
          <p:nvPicPr>
            <p:cNvPr id="69" name="Picture 68" descr="Icon&#10;&#10;Description automatically generated">
              <a:extLst>
                <a:ext uri="{FF2B5EF4-FFF2-40B4-BE49-F238E27FC236}">
                  <a16:creationId xmlns:a16="http://schemas.microsoft.com/office/drawing/2014/main" id="{39D0BADA-3108-120E-2A93-4723CD21B144}"/>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70" name="Picture 69" descr="A picture containing text, sign, outdoor, clipart&#10;&#10;Description automatically generated">
              <a:extLst>
                <a:ext uri="{FF2B5EF4-FFF2-40B4-BE49-F238E27FC236}">
                  <a16:creationId xmlns:a16="http://schemas.microsoft.com/office/drawing/2014/main" id="{EC1DBB11-4B10-6DF8-9CE0-84F1E67F4B57}"/>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71" name="Picture 70" descr="Icon&#10;&#10;Description automatically generated">
              <a:extLst>
                <a:ext uri="{FF2B5EF4-FFF2-40B4-BE49-F238E27FC236}">
                  <a16:creationId xmlns:a16="http://schemas.microsoft.com/office/drawing/2014/main" id="{58F87FF5-16CC-CE9D-7E0F-047280E2E25C}"/>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72" name="Picture 71" descr="Icon&#10;&#10;Description automatically generated">
              <a:extLst>
                <a:ext uri="{FF2B5EF4-FFF2-40B4-BE49-F238E27FC236}">
                  <a16:creationId xmlns:a16="http://schemas.microsoft.com/office/drawing/2014/main" id="{912E65FE-40BF-D0C3-1AD4-FE001FE18320}"/>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50" name="Group 49">
            <a:extLst>
              <a:ext uri="{FF2B5EF4-FFF2-40B4-BE49-F238E27FC236}">
                <a16:creationId xmlns:a16="http://schemas.microsoft.com/office/drawing/2014/main" id="{C0540DBF-479D-12EE-8D68-77A07BFA8224}"/>
              </a:ext>
            </a:extLst>
          </p:cNvPr>
          <p:cNvGrpSpPr/>
          <p:nvPr/>
        </p:nvGrpSpPr>
        <p:grpSpPr>
          <a:xfrm>
            <a:off x="2843974" y="2727885"/>
            <a:ext cx="1097280" cy="274320"/>
            <a:chOff x="2843974" y="2727885"/>
            <a:chExt cx="1097280" cy="274320"/>
          </a:xfrm>
        </p:grpSpPr>
        <p:pic>
          <p:nvPicPr>
            <p:cNvPr id="77" name="Picture 76" descr="Icon&#10;&#10;Description automatically generated">
              <a:extLst>
                <a:ext uri="{FF2B5EF4-FFF2-40B4-BE49-F238E27FC236}">
                  <a16:creationId xmlns:a16="http://schemas.microsoft.com/office/drawing/2014/main" id="{C399C197-56FB-4C47-79AA-8B61C73C6B8A}"/>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78" name="Picture 77" descr="A picture containing text, sign, outdoor, clipart&#10;&#10;Description automatically generated">
              <a:extLst>
                <a:ext uri="{FF2B5EF4-FFF2-40B4-BE49-F238E27FC236}">
                  <a16:creationId xmlns:a16="http://schemas.microsoft.com/office/drawing/2014/main" id="{81BDED79-F968-1BBC-68F5-9F7A257B0F22}"/>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79" name="Picture 78" descr="Icon&#10;&#10;Description automatically generated">
              <a:extLst>
                <a:ext uri="{FF2B5EF4-FFF2-40B4-BE49-F238E27FC236}">
                  <a16:creationId xmlns:a16="http://schemas.microsoft.com/office/drawing/2014/main" id="{6EDBDD83-E4D3-5B6C-F4CC-8ADCB1905294}"/>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80" name="Picture 79" descr="Icon&#10;&#10;Description automatically generated">
              <a:extLst>
                <a:ext uri="{FF2B5EF4-FFF2-40B4-BE49-F238E27FC236}">
                  <a16:creationId xmlns:a16="http://schemas.microsoft.com/office/drawing/2014/main" id="{6FF4AE1E-A9C2-6016-6178-758A5303E229}"/>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51" name="Group 50">
            <a:extLst>
              <a:ext uri="{FF2B5EF4-FFF2-40B4-BE49-F238E27FC236}">
                <a16:creationId xmlns:a16="http://schemas.microsoft.com/office/drawing/2014/main" id="{4917671F-619A-75A9-D79B-C963C1F469D1}"/>
              </a:ext>
            </a:extLst>
          </p:cNvPr>
          <p:cNvGrpSpPr/>
          <p:nvPr/>
        </p:nvGrpSpPr>
        <p:grpSpPr>
          <a:xfrm>
            <a:off x="2843974" y="3408666"/>
            <a:ext cx="1097280" cy="274382"/>
            <a:chOff x="2843974" y="3408666"/>
            <a:chExt cx="1097280" cy="274382"/>
          </a:xfrm>
        </p:grpSpPr>
        <p:pic>
          <p:nvPicPr>
            <p:cNvPr id="85" name="Picture 84" descr="Icon&#10;&#10;Description automatically generated">
              <a:extLst>
                <a:ext uri="{FF2B5EF4-FFF2-40B4-BE49-F238E27FC236}">
                  <a16:creationId xmlns:a16="http://schemas.microsoft.com/office/drawing/2014/main" id="{134D032E-ABC1-FD71-4D4A-01D7638CC670}"/>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86" name="Picture 85" descr="A picture containing text, sign, outdoor, clipart&#10;&#10;Description automatically generated">
              <a:extLst>
                <a:ext uri="{FF2B5EF4-FFF2-40B4-BE49-F238E27FC236}">
                  <a16:creationId xmlns:a16="http://schemas.microsoft.com/office/drawing/2014/main" id="{F9F0ED16-CADA-9A82-7113-CE45C3029925}"/>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87" name="Picture 86" descr="Icon&#10;&#10;Description automatically generated">
              <a:extLst>
                <a:ext uri="{FF2B5EF4-FFF2-40B4-BE49-F238E27FC236}">
                  <a16:creationId xmlns:a16="http://schemas.microsoft.com/office/drawing/2014/main" id="{6DEF944B-555E-3A39-9B51-55170D62CA68}"/>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88" name="Picture 87" descr="Icon&#10;&#10;Description automatically generated">
              <a:extLst>
                <a:ext uri="{FF2B5EF4-FFF2-40B4-BE49-F238E27FC236}">
                  <a16:creationId xmlns:a16="http://schemas.microsoft.com/office/drawing/2014/main" id="{4A05A7DF-4F50-5433-C6BD-D89C79F8102D}"/>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52" name="Group 51">
            <a:extLst>
              <a:ext uri="{FF2B5EF4-FFF2-40B4-BE49-F238E27FC236}">
                <a16:creationId xmlns:a16="http://schemas.microsoft.com/office/drawing/2014/main" id="{708210BA-CE89-6581-69F4-D1F9F706145C}"/>
              </a:ext>
            </a:extLst>
          </p:cNvPr>
          <p:cNvGrpSpPr/>
          <p:nvPr/>
        </p:nvGrpSpPr>
        <p:grpSpPr>
          <a:xfrm>
            <a:off x="2843974" y="4089447"/>
            <a:ext cx="1097280" cy="274320"/>
            <a:chOff x="2843974" y="4089447"/>
            <a:chExt cx="1097280" cy="274320"/>
          </a:xfrm>
        </p:grpSpPr>
        <p:pic>
          <p:nvPicPr>
            <p:cNvPr id="93" name="Picture 92" descr="Icon&#10;&#10;Description automatically generated">
              <a:extLst>
                <a:ext uri="{FF2B5EF4-FFF2-40B4-BE49-F238E27FC236}">
                  <a16:creationId xmlns:a16="http://schemas.microsoft.com/office/drawing/2014/main" id="{B543FE4D-BD1A-83A9-A5E4-8CD3B089D8B4}"/>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94" name="Picture 93" descr="A picture containing text, sign, outdoor, clipart&#10;&#10;Description automatically generated">
              <a:extLst>
                <a:ext uri="{FF2B5EF4-FFF2-40B4-BE49-F238E27FC236}">
                  <a16:creationId xmlns:a16="http://schemas.microsoft.com/office/drawing/2014/main" id="{01852211-C2C6-87C1-2104-34BA5062EB6C}"/>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95" name="Picture 94" descr="Icon&#10;&#10;Description automatically generated">
              <a:extLst>
                <a:ext uri="{FF2B5EF4-FFF2-40B4-BE49-F238E27FC236}">
                  <a16:creationId xmlns:a16="http://schemas.microsoft.com/office/drawing/2014/main" id="{78B14CE2-48A2-3EAD-33B8-96AEBDF4A248}"/>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96" name="Picture 95" descr="Icon&#10;&#10;Description automatically generated">
              <a:extLst>
                <a:ext uri="{FF2B5EF4-FFF2-40B4-BE49-F238E27FC236}">
                  <a16:creationId xmlns:a16="http://schemas.microsoft.com/office/drawing/2014/main" id="{52510ED2-3AE5-65D2-6534-14B9C6704FF3}"/>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53" name="Group 52">
            <a:extLst>
              <a:ext uri="{FF2B5EF4-FFF2-40B4-BE49-F238E27FC236}">
                <a16:creationId xmlns:a16="http://schemas.microsoft.com/office/drawing/2014/main" id="{B908A764-3595-FBED-41A5-6EB62D61DC00}"/>
              </a:ext>
            </a:extLst>
          </p:cNvPr>
          <p:cNvGrpSpPr/>
          <p:nvPr/>
        </p:nvGrpSpPr>
        <p:grpSpPr>
          <a:xfrm>
            <a:off x="2843974" y="4770228"/>
            <a:ext cx="1097280" cy="274320"/>
            <a:chOff x="2843974" y="4770228"/>
            <a:chExt cx="1097280" cy="274320"/>
          </a:xfrm>
        </p:grpSpPr>
        <p:pic>
          <p:nvPicPr>
            <p:cNvPr id="101" name="Picture 100" descr="Icon&#10;&#10;Description automatically generated">
              <a:extLst>
                <a:ext uri="{FF2B5EF4-FFF2-40B4-BE49-F238E27FC236}">
                  <a16:creationId xmlns:a16="http://schemas.microsoft.com/office/drawing/2014/main" id="{04AF4784-8510-AD13-40BC-ACCB7108FC1E}"/>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102" name="Picture 101" descr="A picture containing text, sign, outdoor, clipart&#10;&#10;Description automatically generated">
              <a:extLst>
                <a:ext uri="{FF2B5EF4-FFF2-40B4-BE49-F238E27FC236}">
                  <a16:creationId xmlns:a16="http://schemas.microsoft.com/office/drawing/2014/main" id="{4CCC79EA-C8D3-EEDA-C042-1BBF95260185}"/>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103" name="Picture 102" descr="Icon&#10;&#10;Description automatically generated">
              <a:extLst>
                <a:ext uri="{FF2B5EF4-FFF2-40B4-BE49-F238E27FC236}">
                  <a16:creationId xmlns:a16="http://schemas.microsoft.com/office/drawing/2014/main" id="{B47693AD-575D-49B2-4CEF-8D6D36279E9A}"/>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104" name="Picture 103" descr="Icon&#10;&#10;Description automatically generated">
              <a:extLst>
                <a:ext uri="{FF2B5EF4-FFF2-40B4-BE49-F238E27FC236}">
                  <a16:creationId xmlns:a16="http://schemas.microsoft.com/office/drawing/2014/main" id="{466CFFB3-1798-F804-D4A8-042DC585826D}"/>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54" name="Group 53">
            <a:extLst>
              <a:ext uri="{FF2B5EF4-FFF2-40B4-BE49-F238E27FC236}">
                <a16:creationId xmlns:a16="http://schemas.microsoft.com/office/drawing/2014/main" id="{0F7EA4C1-3D2C-5349-9155-4D793EB3C235}"/>
              </a:ext>
            </a:extLst>
          </p:cNvPr>
          <p:cNvGrpSpPr/>
          <p:nvPr/>
        </p:nvGrpSpPr>
        <p:grpSpPr>
          <a:xfrm>
            <a:off x="2843974" y="5451009"/>
            <a:ext cx="1097280" cy="274320"/>
            <a:chOff x="2843974" y="5451009"/>
            <a:chExt cx="1097280" cy="274320"/>
          </a:xfrm>
        </p:grpSpPr>
        <p:pic>
          <p:nvPicPr>
            <p:cNvPr id="109" name="Picture 108" descr="Icon&#10;&#10;Description automatically generated">
              <a:extLst>
                <a:ext uri="{FF2B5EF4-FFF2-40B4-BE49-F238E27FC236}">
                  <a16:creationId xmlns:a16="http://schemas.microsoft.com/office/drawing/2014/main" id="{3477B9CD-2F0B-FEE5-C784-CD60D1791D21}"/>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110" name="Picture 109" descr="A picture containing text, sign, outdoor, clipart&#10;&#10;Description automatically generated">
              <a:extLst>
                <a:ext uri="{FF2B5EF4-FFF2-40B4-BE49-F238E27FC236}">
                  <a16:creationId xmlns:a16="http://schemas.microsoft.com/office/drawing/2014/main" id="{73D92BB9-734C-562E-56E1-D9F232CA2E12}"/>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111" name="Picture 110" descr="Icon&#10;&#10;Description automatically generated">
              <a:extLst>
                <a:ext uri="{FF2B5EF4-FFF2-40B4-BE49-F238E27FC236}">
                  <a16:creationId xmlns:a16="http://schemas.microsoft.com/office/drawing/2014/main" id="{0B23742A-62DB-F6D0-AFA3-48EFEF05E6D1}"/>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112" name="Picture 111" descr="Icon&#10;&#10;Description automatically generated">
              <a:extLst>
                <a:ext uri="{FF2B5EF4-FFF2-40B4-BE49-F238E27FC236}">
                  <a16:creationId xmlns:a16="http://schemas.microsoft.com/office/drawing/2014/main" id="{D387994B-7463-4409-49F4-1176F5FE5B11}"/>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37" name="Picture 36" descr="Icon&#10;&#10;Description automatically generated">
            <a:extLst>
              <a:ext uri="{FF2B5EF4-FFF2-40B4-BE49-F238E27FC236}">
                <a16:creationId xmlns:a16="http://schemas.microsoft.com/office/drawing/2014/main" id="{25B00086-95F5-2B68-DFD6-19B0BD46F79E}"/>
              </a:ext>
            </a:extLst>
          </p:cNvPr>
          <p:cNvPicPr>
            <a:picLocks noChangeAspect="1"/>
          </p:cNvPicPr>
          <p:nvPr/>
        </p:nvPicPr>
        <p:blipFill>
          <a:blip r:embed="rId15">
            <a:duotone>
              <a:schemeClr val="accent3">
                <a:shade val="45000"/>
                <a:satMod val="135000"/>
              </a:schemeClr>
              <a:prstClr val="white"/>
            </a:duotone>
          </a:blip>
          <a:stretch>
            <a:fillRect/>
          </a:stretch>
        </p:blipFill>
        <p:spPr>
          <a:xfrm>
            <a:off x="3127760" y="1371151"/>
            <a:ext cx="256032" cy="256032"/>
          </a:xfrm>
          <a:prstGeom prst="rect">
            <a:avLst/>
          </a:prstGeom>
        </p:spPr>
      </p:pic>
      <p:pic>
        <p:nvPicPr>
          <p:cNvPr id="39" name="Picture 38" descr="Icon&#10;&#10;Description automatically generated">
            <a:extLst>
              <a:ext uri="{FF2B5EF4-FFF2-40B4-BE49-F238E27FC236}">
                <a16:creationId xmlns:a16="http://schemas.microsoft.com/office/drawing/2014/main" id="{0A55AC62-E561-0215-68BF-9EA490099580}"/>
              </a:ext>
            </a:extLst>
          </p:cNvPr>
          <p:cNvPicPr>
            <a:picLocks noChangeAspect="1"/>
          </p:cNvPicPr>
          <p:nvPr/>
        </p:nvPicPr>
        <p:blipFill>
          <a:blip r:embed="rId16">
            <a:duotone>
              <a:schemeClr val="accent3">
                <a:shade val="45000"/>
                <a:satMod val="135000"/>
              </a:schemeClr>
              <a:prstClr val="white"/>
            </a:duotone>
          </a:blip>
          <a:stretch>
            <a:fillRect/>
          </a:stretch>
        </p:blipFill>
        <p:spPr>
          <a:xfrm>
            <a:off x="3402402" y="1371151"/>
            <a:ext cx="256032" cy="256032"/>
          </a:xfrm>
          <a:prstGeom prst="rect">
            <a:avLst/>
          </a:prstGeom>
        </p:spPr>
      </p:pic>
      <p:pic>
        <p:nvPicPr>
          <p:cNvPr id="41" name="Picture 40" descr="Icon&#10;&#10;Description automatically generated">
            <a:extLst>
              <a:ext uri="{FF2B5EF4-FFF2-40B4-BE49-F238E27FC236}">
                <a16:creationId xmlns:a16="http://schemas.microsoft.com/office/drawing/2014/main" id="{48BE1078-2F29-3B43-95B8-90B960F22E5A}"/>
              </a:ext>
            </a:extLst>
          </p:cNvPr>
          <p:cNvPicPr>
            <a:picLocks noChangeAspect="1"/>
          </p:cNvPicPr>
          <p:nvPr/>
        </p:nvPicPr>
        <p:blipFill>
          <a:blip r:embed="rId17">
            <a:duotone>
              <a:schemeClr val="accent3">
                <a:shade val="45000"/>
                <a:satMod val="135000"/>
              </a:schemeClr>
              <a:prstClr val="white"/>
            </a:duotone>
          </a:blip>
          <a:stretch>
            <a:fillRect/>
          </a:stretch>
        </p:blipFill>
        <p:spPr>
          <a:xfrm>
            <a:off x="3677043" y="1371151"/>
            <a:ext cx="256032" cy="256032"/>
          </a:xfrm>
          <a:prstGeom prst="rect">
            <a:avLst/>
          </a:prstGeom>
        </p:spPr>
      </p:pic>
      <p:pic>
        <p:nvPicPr>
          <p:cNvPr id="497" name="Picture 496" descr="Icon&#10;&#10;Description automatically generated">
            <a:extLst>
              <a:ext uri="{FF2B5EF4-FFF2-40B4-BE49-F238E27FC236}">
                <a16:creationId xmlns:a16="http://schemas.microsoft.com/office/drawing/2014/main" id="{59C5D94D-3C68-1FA5-7E39-FBFDC6C52457}"/>
              </a:ext>
            </a:extLst>
          </p:cNvPr>
          <p:cNvPicPr>
            <a:picLocks noChangeAspect="1"/>
          </p:cNvPicPr>
          <p:nvPr/>
        </p:nvPicPr>
        <p:blipFill>
          <a:blip r:embed="rId18">
            <a:duotone>
              <a:schemeClr val="accent3">
                <a:shade val="45000"/>
                <a:satMod val="135000"/>
              </a:schemeClr>
              <a:prstClr val="white"/>
            </a:duotone>
          </a:blip>
          <a:stretch>
            <a:fillRect/>
          </a:stretch>
        </p:blipFill>
        <p:spPr>
          <a:xfrm>
            <a:off x="2849429" y="2060242"/>
            <a:ext cx="256032" cy="256032"/>
          </a:xfrm>
          <a:prstGeom prst="rect">
            <a:avLst/>
          </a:prstGeom>
        </p:spPr>
      </p:pic>
      <p:pic>
        <p:nvPicPr>
          <p:cNvPr id="499" name="Picture 498" descr="Icon&#10;&#10;Description automatically generated">
            <a:extLst>
              <a:ext uri="{FF2B5EF4-FFF2-40B4-BE49-F238E27FC236}">
                <a16:creationId xmlns:a16="http://schemas.microsoft.com/office/drawing/2014/main" id="{887DD6BF-BDA4-0E63-2C66-38CE32BA5B2F}"/>
              </a:ext>
            </a:extLst>
          </p:cNvPr>
          <p:cNvPicPr>
            <a:picLocks noChangeAspect="1"/>
          </p:cNvPicPr>
          <p:nvPr/>
        </p:nvPicPr>
        <p:blipFill>
          <a:blip r:embed="rId16">
            <a:duotone>
              <a:schemeClr val="accent3">
                <a:shade val="45000"/>
                <a:satMod val="135000"/>
              </a:schemeClr>
              <a:prstClr val="white"/>
            </a:duotone>
          </a:blip>
          <a:stretch>
            <a:fillRect/>
          </a:stretch>
        </p:blipFill>
        <p:spPr>
          <a:xfrm>
            <a:off x="3398713" y="2060242"/>
            <a:ext cx="256032" cy="256032"/>
          </a:xfrm>
          <a:prstGeom prst="rect">
            <a:avLst/>
          </a:prstGeom>
        </p:spPr>
      </p:pic>
      <p:pic>
        <p:nvPicPr>
          <p:cNvPr id="500" name="Picture 499" descr="Icon&#10;&#10;Description automatically generated">
            <a:extLst>
              <a:ext uri="{FF2B5EF4-FFF2-40B4-BE49-F238E27FC236}">
                <a16:creationId xmlns:a16="http://schemas.microsoft.com/office/drawing/2014/main" id="{51F7C6DF-C831-0F2E-B7B6-BA99206048AC}"/>
              </a:ext>
            </a:extLst>
          </p:cNvPr>
          <p:cNvPicPr>
            <a:picLocks noChangeAspect="1"/>
          </p:cNvPicPr>
          <p:nvPr/>
        </p:nvPicPr>
        <p:blipFill>
          <a:blip r:embed="rId17">
            <a:duotone>
              <a:schemeClr val="accent3">
                <a:shade val="45000"/>
                <a:satMod val="135000"/>
              </a:schemeClr>
              <a:prstClr val="white"/>
            </a:duotone>
          </a:blip>
          <a:stretch>
            <a:fillRect/>
          </a:stretch>
        </p:blipFill>
        <p:spPr>
          <a:xfrm>
            <a:off x="3673354" y="2060242"/>
            <a:ext cx="256032" cy="256032"/>
          </a:xfrm>
          <a:prstGeom prst="rect">
            <a:avLst/>
          </a:prstGeom>
        </p:spPr>
      </p:pic>
      <p:pic>
        <p:nvPicPr>
          <p:cNvPr id="501" name="Picture 500" descr="Icon&#10;&#10;Description automatically generated">
            <a:extLst>
              <a:ext uri="{FF2B5EF4-FFF2-40B4-BE49-F238E27FC236}">
                <a16:creationId xmlns:a16="http://schemas.microsoft.com/office/drawing/2014/main" id="{B752FB3A-168B-7EE5-901F-D877292C5DFC}"/>
              </a:ext>
            </a:extLst>
          </p:cNvPr>
          <p:cNvPicPr>
            <a:picLocks noChangeAspect="1"/>
          </p:cNvPicPr>
          <p:nvPr/>
        </p:nvPicPr>
        <p:blipFill>
          <a:blip r:embed="rId18">
            <a:duotone>
              <a:schemeClr val="accent3">
                <a:shade val="45000"/>
                <a:satMod val="135000"/>
              </a:schemeClr>
              <a:prstClr val="white"/>
            </a:duotone>
          </a:blip>
          <a:stretch>
            <a:fillRect/>
          </a:stretch>
        </p:blipFill>
        <p:spPr>
          <a:xfrm>
            <a:off x="2848620" y="2741576"/>
            <a:ext cx="256032" cy="256032"/>
          </a:xfrm>
          <a:prstGeom prst="rect">
            <a:avLst/>
          </a:prstGeom>
        </p:spPr>
      </p:pic>
      <p:pic>
        <p:nvPicPr>
          <p:cNvPr id="503" name="Picture 502" descr="Icon&#10;&#10;Description automatically generated">
            <a:extLst>
              <a:ext uri="{FF2B5EF4-FFF2-40B4-BE49-F238E27FC236}">
                <a16:creationId xmlns:a16="http://schemas.microsoft.com/office/drawing/2014/main" id="{6B313419-80B2-71CD-5B35-B335D28FF70C}"/>
              </a:ext>
            </a:extLst>
          </p:cNvPr>
          <p:cNvPicPr>
            <a:picLocks noChangeAspect="1"/>
          </p:cNvPicPr>
          <p:nvPr/>
        </p:nvPicPr>
        <p:blipFill>
          <a:blip r:embed="rId16">
            <a:duotone>
              <a:schemeClr val="accent3">
                <a:shade val="45000"/>
                <a:satMod val="135000"/>
              </a:schemeClr>
              <a:prstClr val="white"/>
            </a:duotone>
          </a:blip>
          <a:stretch>
            <a:fillRect/>
          </a:stretch>
        </p:blipFill>
        <p:spPr>
          <a:xfrm>
            <a:off x="3397904" y="2741576"/>
            <a:ext cx="256032" cy="256032"/>
          </a:xfrm>
          <a:prstGeom prst="rect">
            <a:avLst/>
          </a:prstGeom>
        </p:spPr>
      </p:pic>
      <p:pic>
        <p:nvPicPr>
          <p:cNvPr id="504" name="Picture 503" descr="Icon&#10;&#10;Description automatically generated">
            <a:extLst>
              <a:ext uri="{FF2B5EF4-FFF2-40B4-BE49-F238E27FC236}">
                <a16:creationId xmlns:a16="http://schemas.microsoft.com/office/drawing/2014/main" id="{EAA1084A-711B-030B-2CF8-ABCFEEEA232B}"/>
              </a:ext>
            </a:extLst>
          </p:cNvPr>
          <p:cNvPicPr>
            <a:picLocks noChangeAspect="1"/>
          </p:cNvPicPr>
          <p:nvPr/>
        </p:nvPicPr>
        <p:blipFill>
          <a:blip r:embed="rId17">
            <a:duotone>
              <a:schemeClr val="accent3">
                <a:shade val="45000"/>
                <a:satMod val="135000"/>
              </a:schemeClr>
              <a:prstClr val="white"/>
            </a:duotone>
          </a:blip>
          <a:stretch>
            <a:fillRect/>
          </a:stretch>
        </p:blipFill>
        <p:spPr>
          <a:xfrm>
            <a:off x="3672545" y="2741576"/>
            <a:ext cx="256032" cy="256032"/>
          </a:xfrm>
          <a:prstGeom prst="rect">
            <a:avLst/>
          </a:prstGeom>
        </p:spPr>
      </p:pic>
      <p:pic>
        <p:nvPicPr>
          <p:cNvPr id="507" name="Picture 506" descr="Icon&#10;&#10;Description automatically generated">
            <a:extLst>
              <a:ext uri="{FF2B5EF4-FFF2-40B4-BE49-F238E27FC236}">
                <a16:creationId xmlns:a16="http://schemas.microsoft.com/office/drawing/2014/main" id="{D14F0378-BEC1-867C-F963-AC31BD40028F}"/>
              </a:ext>
            </a:extLst>
          </p:cNvPr>
          <p:cNvPicPr>
            <a:picLocks noChangeAspect="1"/>
          </p:cNvPicPr>
          <p:nvPr/>
        </p:nvPicPr>
        <p:blipFill>
          <a:blip r:embed="rId16">
            <a:duotone>
              <a:schemeClr val="accent3">
                <a:shade val="45000"/>
                <a:satMod val="135000"/>
              </a:schemeClr>
              <a:prstClr val="white"/>
            </a:duotone>
          </a:blip>
          <a:stretch>
            <a:fillRect/>
          </a:stretch>
        </p:blipFill>
        <p:spPr>
          <a:xfrm>
            <a:off x="3398713" y="3420554"/>
            <a:ext cx="256032" cy="256032"/>
          </a:xfrm>
          <a:prstGeom prst="rect">
            <a:avLst/>
          </a:prstGeom>
        </p:spPr>
      </p:pic>
      <p:pic>
        <p:nvPicPr>
          <p:cNvPr id="508" name="Picture 507" descr="Icon&#10;&#10;Description automatically generated">
            <a:extLst>
              <a:ext uri="{FF2B5EF4-FFF2-40B4-BE49-F238E27FC236}">
                <a16:creationId xmlns:a16="http://schemas.microsoft.com/office/drawing/2014/main" id="{E13C4207-D6D0-2A4A-569B-328B55AEBECE}"/>
              </a:ext>
            </a:extLst>
          </p:cNvPr>
          <p:cNvPicPr>
            <a:picLocks noChangeAspect="1"/>
          </p:cNvPicPr>
          <p:nvPr/>
        </p:nvPicPr>
        <p:blipFill>
          <a:blip r:embed="rId17">
            <a:duotone>
              <a:schemeClr val="accent3">
                <a:shade val="45000"/>
                <a:satMod val="135000"/>
              </a:schemeClr>
              <a:prstClr val="white"/>
            </a:duotone>
          </a:blip>
          <a:stretch>
            <a:fillRect/>
          </a:stretch>
        </p:blipFill>
        <p:spPr>
          <a:xfrm>
            <a:off x="3673354" y="3420554"/>
            <a:ext cx="256032" cy="256032"/>
          </a:xfrm>
          <a:prstGeom prst="rect">
            <a:avLst/>
          </a:prstGeom>
        </p:spPr>
      </p:pic>
      <p:pic>
        <p:nvPicPr>
          <p:cNvPr id="509" name="Picture 508" descr="Icon&#10;&#10;Description automatically generated">
            <a:extLst>
              <a:ext uri="{FF2B5EF4-FFF2-40B4-BE49-F238E27FC236}">
                <a16:creationId xmlns:a16="http://schemas.microsoft.com/office/drawing/2014/main" id="{F73E37A9-2C8B-6B56-343A-8D4CD430D30F}"/>
              </a:ext>
            </a:extLst>
          </p:cNvPr>
          <p:cNvPicPr>
            <a:picLocks noChangeAspect="1"/>
          </p:cNvPicPr>
          <p:nvPr/>
        </p:nvPicPr>
        <p:blipFill>
          <a:blip r:embed="rId18">
            <a:duotone>
              <a:schemeClr val="accent3">
                <a:shade val="45000"/>
                <a:satMod val="135000"/>
              </a:schemeClr>
              <a:prstClr val="white"/>
            </a:duotone>
          </a:blip>
          <a:stretch>
            <a:fillRect/>
          </a:stretch>
        </p:blipFill>
        <p:spPr>
          <a:xfrm>
            <a:off x="2861297" y="4096425"/>
            <a:ext cx="256032" cy="256032"/>
          </a:xfrm>
          <a:prstGeom prst="rect">
            <a:avLst/>
          </a:prstGeom>
        </p:spPr>
      </p:pic>
      <p:pic>
        <p:nvPicPr>
          <p:cNvPr id="511" name="Picture 510" descr="Icon&#10;&#10;Description automatically generated">
            <a:extLst>
              <a:ext uri="{FF2B5EF4-FFF2-40B4-BE49-F238E27FC236}">
                <a16:creationId xmlns:a16="http://schemas.microsoft.com/office/drawing/2014/main" id="{44592373-ED6F-B430-9C4E-EB69FFA42A74}"/>
              </a:ext>
            </a:extLst>
          </p:cNvPr>
          <p:cNvPicPr>
            <a:picLocks noChangeAspect="1"/>
          </p:cNvPicPr>
          <p:nvPr/>
        </p:nvPicPr>
        <p:blipFill>
          <a:blip r:embed="rId16">
            <a:duotone>
              <a:schemeClr val="accent3">
                <a:shade val="45000"/>
                <a:satMod val="135000"/>
              </a:schemeClr>
              <a:prstClr val="white"/>
            </a:duotone>
          </a:blip>
          <a:stretch>
            <a:fillRect/>
          </a:stretch>
        </p:blipFill>
        <p:spPr>
          <a:xfrm>
            <a:off x="3410581" y="4096425"/>
            <a:ext cx="256032" cy="256032"/>
          </a:xfrm>
          <a:prstGeom prst="rect">
            <a:avLst/>
          </a:prstGeom>
        </p:spPr>
      </p:pic>
      <p:pic>
        <p:nvPicPr>
          <p:cNvPr id="512" name="Picture 511" descr="Icon&#10;&#10;Description automatically generated">
            <a:extLst>
              <a:ext uri="{FF2B5EF4-FFF2-40B4-BE49-F238E27FC236}">
                <a16:creationId xmlns:a16="http://schemas.microsoft.com/office/drawing/2014/main" id="{B7203F9B-B5AA-897B-CD8B-537D54EB5CA2}"/>
              </a:ext>
            </a:extLst>
          </p:cNvPr>
          <p:cNvPicPr>
            <a:picLocks noChangeAspect="1"/>
          </p:cNvPicPr>
          <p:nvPr/>
        </p:nvPicPr>
        <p:blipFill>
          <a:blip r:embed="rId17">
            <a:duotone>
              <a:schemeClr val="accent3">
                <a:shade val="45000"/>
                <a:satMod val="135000"/>
              </a:schemeClr>
              <a:prstClr val="white"/>
            </a:duotone>
          </a:blip>
          <a:stretch>
            <a:fillRect/>
          </a:stretch>
        </p:blipFill>
        <p:spPr>
          <a:xfrm>
            <a:off x="3685222" y="4096425"/>
            <a:ext cx="256032" cy="256032"/>
          </a:xfrm>
          <a:prstGeom prst="rect">
            <a:avLst/>
          </a:prstGeom>
        </p:spPr>
      </p:pic>
      <p:pic>
        <p:nvPicPr>
          <p:cNvPr id="513" name="Picture 512" descr="Icon&#10;&#10;Description automatically generated">
            <a:extLst>
              <a:ext uri="{FF2B5EF4-FFF2-40B4-BE49-F238E27FC236}">
                <a16:creationId xmlns:a16="http://schemas.microsoft.com/office/drawing/2014/main" id="{19C96419-7D9D-F9F8-F2EA-E87E8A7AE23A}"/>
              </a:ext>
            </a:extLst>
          </p:cNvPr>
          <p:cNvPicPr>
            <a:picLocks noChangeAspect="1"/>
          </p:cNvPicPr>
          <p:nvPr/>
        </p:nvPicPr>
        <p:blipFill>
          <a:blip r:embed="rId18">
            <a:duotone>
              <a:schemeClr val="accent3">
                <a:shade val="45000"/>
                <a:satMod val="135000"/>
              </a:schemeClr>
              <a:prstClr val="white"/>
            </a:duotone>
          </a:blip>
          <a:stretch>
            <a:fillRect/>
          </a:stretch>
        </p:blipFill>
        <p:spPr>
          <a:xfrm>
            <a:off x="2856407" y="4783626"/>
            <a:ext cx="256032" cy="256032"/>
          </a:xfrm>
          <a:prstGeom prst="rect">
            <a:avLst/>
          </a:prstGeom>
        </p:spPr>
      </p:pic>
      <p:pic>
        <p:nvPicPr>
          <p:cNvPr id="515" name="Picture 514" descr="Icon&#10;&#10;Description automatically generated">
            <a:extLst>
              <a:ext uri="{FF2B5EF4-FFF2-40B4-BE49-F238E27FC236}">
                <a16:creationId xmlns:a16="http://schemas.microsoft.com/office/drawing/2014/main" id="{E7546A0B-7702-E730-4FF9-2569A704EA20}"/>
              </a:ext>
            </a:extLst>
          </p:cNvPr>
          <p:cNvPicPr>
            <a:picLocks noChangeAspect="1"/>
          </p:cNvPicPr>
          <p:nvPr/>
        </p:nvPicPr>
        <p:blipFill>
          <a:blip r:embed="rId16">
            <a:duotone>
              <a:schemeClr val="accent3">
                <a:shade val="45000"/>
                <a:satMod val="135000"/>
              </a:schemeClr>
              <a:prstClr val="white"/>
            </a:duotone>
          </a:blip>
          <a:stretch>
            <a:fillRect/>
          </a:stretch>
        </p:blipFill>
        <p:spPr>
          <a:xfrm>
            <a:off x="3405691" y="4783626"/>
            <a:ext cx="256032" cy="256032"/>
          </a:xfrm>
          <a:prstGeom prst="rect">
            <a:avLst/>
          </a:prstGeom>
        </p:spPr>
      </p:pic>
      <p:pic>
        <p:nvPicPr>
          <p:cNvPr id="516" name="Picture 515" descr="Icon&#10;&#10;Description automatically generated">
            <a:extLst>
              <a:ext uri="{FF2B5EF4-FFF2-40B4-BE49-F238E27FC236}">
                <a16:creationId xmlns:a16="http://schemas.microsoft.com/office/drawing/2014/main" id="{684C9E58-0C47-EA76-D22C-C1F047C98598}"/>
              </a:ext>
            </a:extLst>
          </p:cNvPr>
          <p:cNvPicPr>
            <a:picLocks noChangeAspect="1"/>
          </p:cNvPicPr>
          <p:nvPr/>
        </p:nvPicPr>
        <p:blipFill>
          <a:blip r:embed="rId17">
            <a:duotone>
              <a:schemeClr val="accent3">
                <a:shade val="45000"/>
                <a:satMod val="135000"/>
              </a:schemeClr>
              <a:prstClr val="white"/>
            </a:duotone>
          </a:blip>
          <a:stretch>
            <a:fillRect/>
          </a:stretch>
        </p:blipFill>
        <p:spPr>
          <a:xfrm>
            <a:off x="3680332" y="4783626"/>
            <a:ext cx="256032" cy="256032"/>
          </a:xfrm>
          <a:prstGeom prst="rect">
            <a:avLst/>
          </a:prstGeom>
        </p:spPr>
      </p:pic>
      <p:pic>
        <p:nvPicPr>
          <p:cNvPr id="518" name="Picture 517" descr="Icon&#10;&#10;Description automatically generated">
            <a:extLst>
              <a:ext uri="{FF2B5EF4-FFF2-40B4-BE49-F238E27FC236}">
                <a16:creationId xmlns:a16="http://schemas.microsoft.com/office/drawing/2014/main" id="{F2049500-6265-3598-9951-DCAC2859ACE4}"/>
              </a:ext>
            </a:extLst>
          </p:cNvPr>
          <p:cNvPicPr>
            <a:picLocks noChangeAspect="1"/>
          </p:cNvPicPr>
          <p:nvPr/>
        </p:nvPicPr>
        <p:blipFill>
          <a:blip r:embed="rId15">
            <a:duotone>
              <a:schemeClr val="accent3">
                <a:shade val="45000"/>
                <a:satMod val="135000"/>
              </a:schemeClr>
              <a:prstClr val="white"/>
            </a:duotone>
          </a:blip>
          <a:stretch>
            <a:fillRect/>
          </a:stretch>
        </p:blipFill>
        <p:spPr>
          <a:xfrm>
            <a:off x="3131049" y="5464960"/>
            <a:ext cx="256032" cy="256032"/>
          </a:xfrm>
          <a:prstGeom prst="rect">
            <a:avLst/>
          </a:prstGeom>
        </p:spPr>
      </p:pic>
      <p:pic>
        <p:nvPicPr>
          <p:cNvPr id="519" name="Picture 518" descr="Icon&#10;&#10;Description automatically generated">
            <a:extLst>
              <a:ext uri="{FF2B5EF4-FFF2-40B4-BE49-F238E27FC236}">
                <a16:creationId xmlns:a16="http://schemas.microsoft.com/office/drawing/2014/main" id="{74B83D37-CDFA-7ABD-028F-7A3D51C63CEF}"/>
              </a:ext>
            </a:extLst>
          </p:cNvPr>
          <p:cNvPicPr>
            <a:picLocks noChangeAspect="1"/>
          </p:cNvPicPr>
          <p:nvPr/>
        </p:nvPicPr>
        <p:blipFill>
          <a:blip r:embed="rId16">
            <a:duotone>
              <a:schemeClr val="accent3">
                <a:shade val="45000"/>
                <a:satMod val="135000"/>
              </a:schemeClr>
              <a:prstClr val="white"/>
            </a:duotone>
          </a:blip>
          <a:stretch>
            <a:fillRect/>
          </a:stretch>
        </p:blipFill>
        <p:spPr>
          <a:xfrm>
            <a:off x="3405691" y="5464960"/>
            <a:ext cx="256032" cy="256032"/>
          </a:xfrm>
          <a:prstGeom prst="rect">
            <a:avLst/>
          </a:prstGeom>
        </p:spPr>
      </p:pic>
      <p:pic>
        <p:nvPicPr>
          <p:cNvPr id="520" name="Picture 519" descr="Icon&#10;&#10;Description automatically generated">
            <a:extLst>
              <a:ext uri="{FF2B5EF4-FFF2-40B4-BE49-F238E27FC236}">
                <a16:creationId xmlns:a16="http://schemas.microsoft.com/office/drawing/2014/main" id="{72E260FD-79C1-479F-0FF8-385BC37046FC}"/>
              </a:ext>
            </a:extLst>
          </p:cNvPr>
          <p:cNvPicPr>
            <a:picLocks noChangeAspect="1"/>
          </p:cNvPicPr>
          <p:nvPr/>
        </p:nvPicPr>
        <p:blipFill>
          <a:blip r:embed="rId17">
            <a:duotone>
              <a:schemeClr val="accent3">
                <a:shade val="45000"/>
                <a:satMod val="135000"/>
              </a:schemeClr>
              <a:prstClr val="white"/>
            </a:duotone>
          </a:blip>
          <a:stretch>
            <a:fillRect/>
          </a:stretch>
        </p:blipFill>
        <p:spPr>
          <a:xfrm>
            <a:off x="3680332" y="5464960"/>
            <a:ext cx="256032" cy="256032"/>
          </a:xfrm>
          <a:prstGeom prst="rect">
            <a:avLst/>
          </a:prstGeom>
        </p:spPr>
      </p:pic>
      <p:grpSp>
        <p:nvGrpSpPr>
          <p:cNvPr id="521" name="Group 520">
            <a:extLst>
              <a:ext uri="{FF2B5EF4-FFF2-40B4-BE49-F238E27FC236}">
                <a16:creationId xmlns:a16="http://schemas.microsoft.com/office/drawing/2014/main" id="{7CD50622-3FA5-4D1B-77E7-C868B4190A3C}"/>
              </a:ext>
            </a:extLst>
          </p:cNvPr>
          <p:cNvGrpSpPr/>
          <p:nvPr/>
        </p:nvGrpSpPr>
        <p:grpSpPr>
          <a:xfrm>
            <a:off x="4127251" y="1369513"/>
            <a:ext cx="1097280" cy="274320"/>
            <a:chOff x="2843974" y="1366323"/>
            <a:chExt cx="1097280" cy="274320"/>
          </a:xfrm>
        </p:grpSpPr>
        <p:pic>
          <p:nvPicPr>
            <p:cNvPr id="522" name="Picture 521" descr="Icon&#10;&#10;Description automatically generated">
              <a:extLst>
                <a:ext uri="{FF2B5EF4-FFF2-40B4-BE49-F238E27FC236}">
                  <a16:creationId xmlns:a16="http://schemas.microsoft.com/office/drawing/2014/main" id="{58A40564-3ADB-F321-2113-180C43EF54FA}"/>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523" name="Picture 522" descr="A picture containing text, sign, outdoor, clipart&#10;&#10;Description automatically generated">
              <a:extLst>
                <a:ext uri="{FF2B5EF4-FFF2-40B4-BE49-F238E27FC236}">
                  <a16:creationId xmlns:a16="http://schemas.microsoft.com/office/drawing/2014/main" id="{EDB1B784-A092-6E02-7F59-5C105EE67D96}"/>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524" name="Picture 523" descr="Icon&#10;&#10;Description automatically generated">
              <a:extLst>
                <a:ext uri="{FF2B5EF4-FFF2-40B4-BE49-F238E27FC236}">
                  <a16:creationId xmlns:a16="http://schemas.microsoft.com/office/drawing/2014/main" id="{65487BC2-EE0D-46B4-18CE-474534B2FAF8}"/>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525" name="Picture 524" descr="Icon&#10;&#10;Description automatically generated">
              <a:extLst>
                <a:ext uri="{FF2B5EF4-FFF2-40B4-BE49-F238E27FC236}">
                  <a16:creationId xmlns:a16="http://schemas.microsoft.com/office/drawing/2014/main" id="{7B7B35CC-F7EA-CF6C-FC2A-87FF24549535}"/>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526" name="Group 525">
            <a:extLst>
              <a:ext uri="{FF2B5EF4-FFF2-40B4-BE49-F238E27FC236}">
                <a16:creationId xmlns:a16="http://schemas.microsoft.com/office/drawing/2014/main" id="{FEAD2A0B-252E-D7CA-0AC9-0946F133F3F9}"/>
              </a:ext>
            </a:extLst>
          </p:cNvPr>
          <p:cNvGrpSpPr/>
          <p:nvPr/>
        </p:nvGrpSpPr>
        <p:grpSpPr>
          <a:xfrm>
            <a:off x="4127251" y="2050294"/>
            <a:ext cx="1097280" cy="274320"/>
            <a:chOff x="2843974" y="2047104"/>
            <a:chExt cx="1097280" cy="274320"/>
          </a:xfrm>
        </p:grpSpPr>
        <p:pic>
          <p:nvPicPr>
            <p:cNvPr id="527" name="Picture 526" descr="Icon&#10;&#10;Description automatically generated">
              <a:extLst>
                <a:ext uri="{FF2B5EF4-FFF2-40B4-BE49-F238E27FC236}">
                  <a16:creationId xmlns:a16="http://schemas.microsoft.com/office/drawing/2014/main" id="{A87BF157-E3F2-D92B-714D-964F6DB7C7EB}"/>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528" name="Picture 527" descr="A picture containing text, sign, outdoor, clipart&#10;&#10;Description automatically generated">
              <a:extLst>
                <a:ext uri="{FF2B5EF4-FFF2-40B4-BE49-F238E27FC236}">
                  <a16:creationId xmlns:a16="http://schemas.microsoft.com/office/drawing/2014/main" id="{86D101D6-9A82-E50B-E365-AF283230E1E8}"/>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529" name="Picture 528" descr="Icon&#10;&#10;Description automatically generated">
              <a:extLst>
                <a:ext uri="{FF2B5EF4-FFF2-40B4-BE49-F238E27FC236}">
                  <a16:creationId xmlns:a16="http://schemas.microsoft.com/office/drawing/2014/main" id="{14887440-8A42-0F8E-EE44-0A138C543747}"/>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530" name="Picture 529" descr="Icon&#10;&#10;Description automatically generated">
              <a:extLst>
                <a:ext uri="{FF2B5EF4-FFF2-40B4-BE49-F238E27FC236}">
                  <a16:creationId xmlns:a16="http://schemas.microsoft.com/office/drawing/2014/main" id="{0C0553FC-E061-E48B-1D62-9F25D70F0129}"/>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531" name="Group 530">
            <a:extLst>
              <a:ext uri="{FF2B5EF4-FFF2-40B4-BE49-F238E27FC236}">
                <a16:creationId xmlns:a16="http://schemas.microsoft.com/office/drawing/2014/main" id="{8ECE341D-0832-0056-45C0-B82475AFE51F}"/>
              </a:ext>
            </a:extLst>
          </p:cNvPr>
          <p:cNvGrpSpPr/>
          <p:nvPr/>
        </p:nvGrpSpPr>
        <p:grpSpPr>
          <a:xfrm>
            <a:off x="4127251" y="2731075"/>
            <a:ext cx="1097280" cy="274320"/>
            <a:chOff x="2843974" y="2727885"/>
            <a:chExt cx="1097280" cy="274320"/>
          </a:xfrm>
        </p:grpSpPr>
        <p:pic>
          <p:nvPicPr>
            <p:cNvPr id="532" name="Picture 531" descr="Icon&#10;&#10;Description automatically generated">
              <a:extLst>
                <a:ext uri="{FF2B5EF4-FFF2-40B4-BE49-F238E27FC236}">
                  <a16:creationId xmlns:a16="http://schemas.microsoft.com/office/drawing/2014/main" id="{7FD84F29-DA96-1B27-2986-B45E0CA2FCC5}"/>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533" name="Picture 532" descr="A picture containing text, sign, outdoor, clipart&#10;&#10;Description automatically generated">
              <a:extLst>
                <a:ext uri="{FF2B5EF4-FFF2-40B4-BE49-F238E27FC236}">
                  <a16:creationId xmlns:a16="http://schemas.microsoft.com/office/drawing/2014/main" id="{C3B2459E-8EEA-12CA-3074-81DE2E058048}"/>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534" name="Picture 533" descr="Icon&#10;&#10;Description automatically generated">
              <a:extLst>
                <a:ext uri="{FF2B5EF4-FFF2-40B4-BE49-F238E27FC236}">
                  <a16:creationId xmlns:a16="http://schemas.microsoft.com/office/drawing/2014/main" id="{8F702E98-791D-6A0C-93DE-1CEA72844FB5}"/>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535" name="Picture 534" descr="Icon&#10;&#10;Description automatically generated">
              <a:extLst>
                <a:ext uri="{FF2B5EF4-FFF2-40B4-BE49-F238E27FC236}">
                  <a16:creationId xmlns:a16="http://schemas.microsoft.com/office/drawing/2014/main" id="{C94A7011-4424-3C20-10CD-8682B4226A7E}"/>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536" name="Group 535">
            <a:extLst>
              <a:ext uri="{FF2B5EF4-FFF2-40B4-BE49-F238E27FC236}">
                <a16:creationId xmlns:a16="http://schemas.microsoft.com/office/drawing/2014/main" id="{CEDA8EA0-1158-DC4C-18DC-A03C1414ACE9}"/>
              </a:ext>
            </a:extLst>
          </p:cNvPr>
          <p:cNvGrpSpPr/>
          <p:nvPr/>
        </p:nvGrpSpPr>
        <p:grpSpPr>
          <a:xfrm>
            <a:off x="4127251" y="3411856"/>
            <a:ext cx="1097280" cy="274382"/>
            <a:chOff x="2843974" y="3408666"/>
            <a:chExt cx="1097280" cy="274382"/>
          </a:xfrm>
        </p:grpSpPr>
        <p:pic>
          <p:nvPicPr>
            <p:cNvPr id="537" name="Picture 536" descr="Icon&#10;&#10;Description automatically generated">
              <a:extLst>
                <a:ext uri="{FF2B5EF4-FFF2-40B4-BE49-F238E27FC236}">
                  <a16:creationId xmlns:a16="http://schemas.microsoft.com/office/drawing/2014/main" id="{AA08D11E-AB6F-14DC-0CB6-CCE12BF38C35}"/>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538" name="Picture 537" descr="A picture containing text, sign, outdoor, clipart&#10;&#10;Description automatically generated">
              <a:extLst>
                <a:ext uri="{FF2B5EF4-FFF2-40B4-BE49-F238E27FC236}">
                  <a16:creationId xmlns:a16="http://schemas.microsoft.com/office/drawing/2014/main" id="{5BBE4326-2F5E-30B7-BD13-8240AFF77F3B}"/>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539" name="Picture 538" descr="Icon&#10;&#10;Description automatically generated">
              <a:extLst>
                <a:ext uri="{FF2B5EF4-FFF2-40B4-BE49-F238E27FC236}">
                  <a16:creationId xmlns:a16="http://schemas.microsoft.com/office/drawing/2014/main" id="{5162953F-4098-5005-E559-B3B5590BC7D9}"/>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540" name="Picture 539" descr="Icon&#10;&#10;Description automatically generated">
              <a:extLst>
                <a:ext uri="{FF2B5EF4-FFF2-40B4-BE49-F238E27FC236}">
                  <a16:creationId xmlns:a16="http://schemas.microsoft.com/office/drawing/2014/main" id="{D35A704E-0D45-744D-7961-DFA56CF1737C}"/>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541" name="Group 540">
            <a:extLst>
              <a:ext uri="{FF2B5EF4-FFF2-40B4-BE49-F238E27FC236}">
                <a16:creationId xmlns:a16="http://schemas.microsoft.com/office/drawing/2014/main" id="{A2078543-E884-DA19-C8E2-3E5E34E85A5E}"/>
              </a:ext>
            </a:extLst>
          </p:cNvPr>
          <p:cNvGrpSpPr/>
          <p:nvPr/>
        </p:nvGrpSpPr>
        <p:grpSpPr>
          <a:xfrm>
            <a:off x="4127251" y="4092637"/>
            <a:ext cx="1097280" cy="274320"/>
            <a:chOff x="2843974" y="4089447"/>
            <a:chExt cx="1097280" cy="274320"/>
          </a:xfrm>
        </p:grpSpPr>
        <p:pic>
          <p:nvPicPr>
            <p:cNvPr id="542" name="Picture 541" descr="Icon&#10;&#10;Description automatically generated">
              <a:extLst>
                <a:ext uri="{FF2B5EF4-FFF2-40B4-BE49-F238E27FC236}">
                  <a16:creationId xmlns:a16="http://schemas.microsoft.com/office/drawing/2014/main" id="{1AA3FA9A-551F-A80E-2295-AF9F09853A60}"/>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543" name="Picture 542" descr="A picture containing text, sign, outdoor, clipart&#10;&#10;Description automatically generated">
              <a:extLst>
                <a:ext uri="{FF2B5EF4-FFF2-40B4-BE49-F238E27FC236}">
                  <a16:creationId xmlns:a16="http://schemas.microsoft.com/office/drawing/2014/main" id="{7651C5F3-3B98-8081-0B2B-13C51044BE4B}"/>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544" name="Picture 543" descr="Icon&#10;&#10;Description automatically generated">
              <a:extLst>
                <a:ext uri="{FF2B5EF4-FFF2-40B4-BE49-F238E27FC236}">
                  <a16:creationId xmlns:a16="http://schemas.microsoft.com/office/drawing/2014/main" id="{7DF205DA-EEB3-72B2-9CCE-E27F9E169B3D}"/>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545" name="Picture 544" descr="Icon&#10;&#10;Description automatically generated">
              <a:extLst>
                <a:ext uri="{FF2B5EF4-FFF2-40B4-BE49-F238E27FC236}">
                  <a16:creationId xmlns:a16="http://schemas.microsoft.com/office/drawing/2014/main" id="{86651497-9F29-725F-9D9B-440F2600470E}"/>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546" name="Group 545">
            <a:extLst>
              <a:ext uri="{FF2B5EF4-FFF2-40B4-BE49-F238E27FC236}">
                <a16:creationId xmlns:a16="http://schemas.microsoft.com/office/drawing/2014/main" id="{BE437903-2F75-3315-CD3E-2B3D18432A5F}"/>
              </a:ext>
            </a:extLst>
          </p:cNvPr>
          <p:cNvGrpSpPr/>
          <p:nvPr/>
        </p:nvGrpSpPr>
        <p:grpSpPr>
          <a:xfrm>
            <a:off x="4127251" y="4773418"/>
            <a:ext cx="1097280" cy="274320"/>
            <a:chOff x="2843974" y="4770228"/>
            <a:chExt cx="1097280" cy="274320"/>
          </a:xfrm>
        </p:grpSpPr>
        <p:pic>
          <p:nvPicPr>
            <p:cNvPr id="547" name="Picture 546" descr="Icon&#10;&#10;Description automatically generated">
              <a:extLst>
                <a:ext uri="{FF2B5EF4-FFF2-40B4-BE49-F238E27FC236}">
                  <a16:creationId xmlns:a16="http://schemas.microsoft.com/office/drawing/2014/main" id="{1EAC17CC-CF02-7302-6AE9-FCD29A8AD678}"/>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548" name="Picture 547" descr="A picture containing text, sign, outdoor, clipart&#10;&#10;Description automatically generated">
              <a:extLst>
                <a:ext uri="{FF2B5EF4-FFF2-40B4-BE49-F238E27FC236}">
                  <a16:creationId xmlns:a16="http://schemas.microsoft.com/office/drawing/2014/main" id="{8ED97D53-07DE-FFD8-23F1-926C5CD27D84}"/>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549" name="Picture 548" descr="Icon&#10;&#10;Description automatically generated">
              <a:extLst>
                <a:ext uri="{FF2B5EF4-FFF2-40B4-BE49-F238E27FC236}">
                  <a16:creationId xmlns:a16="http://schemas.microsoft.com/office/drawing/2014/main" id="{298B49EC-FA38-CE64-228B-E45C26DB14B7}"/>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550" name="Picture 549" descr="Icon&#10;&#10;Description automatically generated">
              <a:extLst>
                <a:ext uri="{FF2B5EF4-FFF2-40B4-BE49-F238E27FC236}">
                  <a16:creationId xmlns:a16="http://schemas.microsoft.com/office/drawing/2014/main" id="{201C11DD-955A-798C-7F47-F33899E65608}"/>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551" name="Group 550">
            <a:extLst>
              <a:ext uri="{FF2B5EF4-FFF2-40B4-BE49-F238E27FC236}">
                <a16:creationId xmlns:a16="http://schemas.microsoft.com/office/drawing/2014/main" id="{16B07C9D-B0B5-F364-04FB-0712DE119289}"/>
              </a:ext>
            </a:extLst>
          </p:cNvPr>
          <p:cNvGrpSpPr/>
          <p:nvPr/>
        </p:nvGrpSpPr>
        <p:grpSpPr>
          <a:xfrm>
            <a:off x="4127251" y="5454199"/>
            <a:ext cx="1097280" cy="274320"/>
            <a:chOff x="2843974" y="5451009"/>
            <a:chExt cx="1097280" cy="274320"/>
          </a:xfrm>
        </p:grpSpPr>
        <p:pic>
          <p:nvPicPr>
            <p:cNvPr id="552" name="Picture 551" descr="Icon&#10;&#10;Description automatically generated">
              <a:extLst>
                <a:ext uri="{FF2B5EF4-FFF2-40B4-BE49-F238E27FC236}">
                  <a16:creationId xmlns:a16="http://schemas.microsoft.com/office/drawing/2014/main" id="{668A5D6E-A96B-C961-A5F9-D0F0E57297C8}"/>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553" name="Picture 552" descr="A picture containing text, sign, outdoor, clipart&#10;&#10;Description automatically generated">
              <a:extLst>
                <a:ext uri="{FF2B5EF4-FFF2-40B4-BE49-F238E27FC236}">
                  <a16:creationId xmlns:a16="http://schemas.microsoft.com/office/drawing/2014/main" id="{5385574A-F164-9688-39FF-6A249300A6B0}"/>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554" name="Picture 553" descr="Icon&#10;&#10;Description automatically generated">
              <a:extLst>
                <a:ext uri="{FF2B5EF4-FFF2-40B4-BE49-F238E27FC236}">
                  <a16:creationId xmlns:a16="http://schemas.microsoft.com/office/drawing/2014/main" id="{95E9C0B9-A81A-3384-1235-75DEDE334D13}"/>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555" name="Picture 554" descr="Icon&#10;&#10;Description automatically generated">
              <a:extLst>
                <a:ext uri="{FF2B5EF4-FFF2-40B4-BE49-F238E27FC236}">
                  <a16:creationId xmlns:a16="http://schemas.microsoft.com/office/drawing/2014/main" id="{50A1CA27-D53A-D8AE-C11B-45B23CB3A677}"/>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556" name="Picture 555" descr="Icon&#10;&#10;Description automatically generated">
            <a:extLst>
              <a:ext uri="{FF2B5EF4-FFF2-40B4-BE49-F238E27FC236}">
                <a16:creationId xmlns:a16="http://schemas.microsoft.com/office/drawing/2014/main" id="{D54F1F10-FDE5-2051-53E0-D30DFD6FD564}"/>
              </a:ext>
            </a:extLst>
          </p:cNvPr>
          <p:cNvPicPr>
            <a:picLocks noChangeAspect="1"/>
          </p:cNvPicPr>
          <p:nvPr/>
        </p:nvPicPr>
        <p:blipFill>
          <a:blip r:embed="rId18">
            <a:duotone>
              <a:schemeClr val="accent3">
                <a:shade val="45000"/>
                <a:satMod val="135000"/>
              </a:schemeClr>
              <a:prstClr val="white"/>
            </a:duotone>
          </a:blip>
          <a:stretch>
            <a:fillRect/>
          </a:stretch>
        </p:blipFill>
        <p:spPr>
          <a:xfrm>
            <a:off x="4136395" y="1374341"/>
            <a:ext cx="256032" cy="256032"/>
          </a:xfrm>
          <a:prstGeom prst="rect">
            <a:avLst/>
          </a:prstGeom>
        </p:spPr>
      </p:pic>
      <p:pic>
        <p:nvPicPr>
          <p:cNvPr id="558" name="Picture 557" descr="Icon&#10;&#10;Description automatically generated">
            <a:extLst>
              <a:ext uri="{FF2B5EF4-FFF2-40B4-BE49-F238E27FC236}">
                <a16:creationId xmlns:a16="http://schemas.microsoft.com/office/drawing/2014/main" id="{EE88C9F0-9607-502F-27BA-5A2E4A4E48C9}"/>
              </a:ext>
            </a:extLst>
          </p:cNvPr>
          <p:cNvPicPr>
            <a:picLocks noChangeAspect="1"/>
          </p:cNvPicPr>
          <p:nvPr/>
        </p:nvPicPr>
        <p:blipFill>
          <a:blip r:embed="rId16">
            <a:duotone>
              <a:schemeClr val="accent3">
                <a:shade val="45000"/>
                <a:satMod val="135000"/>
              </a:schemeClr>
              <a:prstClr val="white"/>
            </a:duotone>
          </a:blip>
          <a:stretch>
            <a:fillRect/>
          </a:stretch>
        </p:blipFill>
        <p:spPr>
          <a:xfrm>
            <a:off x="4685679" y="1374341"/>
            <a:ext cx="256032" cy="256032"/>
          </a:xfrm>
          <a:prstGeom prst="rect">
            <a:avLst/>
          </a:prstGeom>
        </p:spPr>
      </p:pic>
      <p:pic>
        <p:nvPicPr>
          <p:cNvPr id="559" name="Picture 558" descr="Icon&#10;&#10;Description automatically generated">
            <a:extLst>
              <a:ext uri="{FF2B5EF4-FFF2-40B4-BE49-F238E27FC236}">
                <a16:creationId xmlns:a16="http://schemas.microsoft.com/office/drawing/2014/main" id="{572B98C0-AE71-1A00-61C2-6594D893B902}"/>
              </a:ext>
            </a:extLst>
          </p:cNvPr>
          <p:cNvPicPr>
            <a:picLocks noChangeAspect="1"/>
          </p:cNvPicPr>
          <p:nvPr/>
        </p:nvPicPr>
        <p:blipFill>
          <a:blip r:embed="rId17">
            <a:duotone>
              <a:schemeClr val="accent3">
                <a:shade val="45000"/>
                <a:satMod val="135000"/>
              </a:schemeClr>
              <a:prstClr val="white"/>
            </a:duotone>
          </a:blip>
          <a:stretch>
            <a:fillRect/>
          </a:stretch>
        </p:blipFill>
        <p:spPr>
          <a:xfrm>
            <a:off x="4960320" y="1374341"/>
            <a:ext cx="256032" cy="256032"/>
          </a:xfrm>
          <a:prstGeom prst="rect">
            <a:avLst/>
          </a:prstGeom>
        </p:spPr>
      </p:pic>
      <p:pic>
        <p:nvPicPr>
          <p:cNvPr id="560" name="Picture 559" descr="Icon&#10;&#10;Description automatically generated">
            <a:extLst>
              <a:ext uri="{FF2B5EF4-FFF2-40B4-BE49-F238E27FC236}">
                <a16:creationId xmlns:a16="http://schemas.microsoft.com/office/drawing/2014/main" id="{EE9EE8BE-7650-7230-CC93-4DDEB861EFD4}"/>
              </a:ext>
            </a:extLst>
          </p:cNvPr>
          <p:cNvPicPr>
            <a:picLocks noChangeAspect="1"/>
          </p:cNvPicPr>
          <p:nvPr/>
        </p:nvPicPr>
        <p:blipFill>
          <a:blip r:embed="rId18">
            <a:duotone>
              <a:schemeClr val="accent3">
                <a:shade val="45000"/>
                <a:satMod val="135000"/>
              </a:schemeClr>
              <a:prstClr val="white"/>
            </a:duotone>
          </a:blip>
          <a:stretch>
            <a:fillRect/>
          </a:stretch>
        </p:blipFill>
        <p:spPr>
          <a:xfrm>
            <a:off x="4132706" y="2063432"/>
            <a:ext cx="256032" cy="256032"/>
          </a:xfrm>
          <a:prstGeom prst="rect">
            <a:avLst/>
          </a:prstGeom>
        </p:spPr>
      </p:pic>
      <p:pic>
        <p:nvPicPr>
          <p:cNvPr id="562" name="Picture 561" descr="Icon&#10;&#10;Description automatically generated">
            <a:extLst>
              <a:ext uri="{FF2B5EF4-FFF2-40B4-BE49-F238E27FC236}">
                <a16:creationId xmlns:a16="http://schemas.microsoft.com/office/drawing/2014/main" id="{99C2739A-C352-C285-D795-ABA9FF13EE29}"/>
              </a:ext>
            </a:extLst>
          </p:cNvPr>
          <p:cNvPicPr>
            <a:picLocks noChangeAspect="1"/>
          </p:cNvPicPr>
          <p:nvPr/>
        </p:nvPicPr>
        <p:blipFill>
          <a:blip r:embed="rId16">
            <a:duotone>
              <a:schemeClr val="accent3">
                <a:shade val="45000"/>
                <a:satMod val="135000"/>
              </a:schemeClr>
              <a:prstClr val="white"/>
            </a:duotone>
          </a:blip>
          <a:stretch>
            <a:fillRect/>
          </a:stretch>
        </p:blipFill>
        <p:spPr>
          <a:xfrm>
            <a:off x="4681990" y="2063432"/>
            <a:ext cx="256032" cy="256032"/>
          </a:xfrm>
          <a:prstGeom prst="rect">
            <a:avLst/>
          </a:prstGeom>
        </p:spPr>
      </p:pic>
      <p:pic>
        <p:nvPicPr>
          <p:cNvPr id="563" name="Picture 562" descr="Icon&#10;&#10;Description automatically generated">
            <a:extLst>
              <a:ext uri="{FF2B5EF4-FFF2-40B4-BE49-F238E27FC236}">
                <a16:creationId xmlns:a16="http://schemas.microsoft.com/office/drawing/2014/main" id="{5A80F857-B0D5-07C6-D455-0ADD43C9E781}"/>
              </a:ext>
            </a:extLst>
          </p:cNvPr>
          <p:cNvPicPr>
            <a:picLocks noChangeAspect="1"/>
          </p:cNvPicPr>
          <p:nvPr/>
        </p:nvPicPr>
        <p:blipFill>
          <a:blip r:embed="rId17">
            <a:duotone>
              <a:schemeClr val="accent3">
                <a:shade val="45000"/>
                <a:satMod val="135000"/>
              </a:schemeClr>
              <a:prstClr val="white"/>
            </a:duotone>
          </a:blip>
          <a:stretch>
            <a:fillRect/>
          </a:stretch>
        </p:blipFill>
        <p:spPr>
          <a:xfrm>
            <a:off x="4956631" y="2063432"/>
            <a:ext cx="256032" cy="256032"/>
          </a:xfrm>
          <a:prstGeom prst="rect">
            <a:avLst/>
          </a:prstGeom>
        </p:spPr>
      </p:pic>
      <p:pic>
        <p:nvPicPr>
          <p:cNvPr id="564" name="Picture 563" descr="Icon&#10;&#10;Description automatically generated">
            <a:extLst>
              <a:ext uri="{FF2B5EF4-FFF2-40B4-BE49-F238E27FC236}">
                <a16:creationId xmlns:a16="http://schemas.microsoft.com/office/drawing/2014/main" id="{A5E74A28-D327-E673-080A-C0E10CCF4CF6}"/>
              </a:ext>
            </a:extLst>
          </p:cNvPr>
          <p:cNvPicPr>
            <a:picLocks noChangeAspect="1"/>
          </p:cNvPicPr>
          <p:nvPr/>
        </p:nvPicPr>
        <p:blipFill>
          <a:blip r:embed="rId18">
            <a:duotone>
              <a:schemeClr val="accent3">
                <a:shade val="45000"/>
                <a:satMod val="135000"/>
              </a:schemeClr>
              <a:prstClr val="white"/>
            </a:duotone>
          </a:blip>
          <a:stretch>
            <a:fillRect/>
          </a:stretch>
        </p:blipFill>
        <p:spPr>
          <a:xfrm>
            <a:off x="4131897" y="2744766"/>
            <a:ext cx="256032" cy="256032"/>
          </a:xfrm>
          <a:prstGeom prst="rect">
            <a:avLst/>
          </a:prstGeom>
        </p:spPr>
      </p:pic>
      <p:pic>
        <p:nvPicPr>
          <p:cNvPr id="565" name="Picture 564" descr="Icon&#10;&#10;Description automatically generated">
            <a:extLst>
              <a:ext uri="{FF2B5EF4-FFF2-40B4-BE49-F238E27FC236}">
                <a16:creationId xmlns:a16="http://schemas.microsoft.com/office/drawing/2014/main" id="{0F83FFD4-5B16-CC41-D16B-C6A4BF8F67D2}"/>
              </a:ext>
            </a:extLst>
          </p:cNvPr>
          <p:cNvPicPr>
            <a:picLocks noChangeAspect="1"/>
          </p:cNvPicPr>
          <p:nvPr/>
        </p:nvPicPr>
        <p:blipFill>
          <a:blip r:embed="rId15">
            <a:duotone>
              <a:schemeClr val="accent3">
                <a:shade val="45000"/>
                <a:satMod val="135000"/>
              </a:schemeClr>
              <a:prstClr val="white"/>
            </a:duotone>
          </a:blip>
          <a:stretch>
            <a:fillRect/>
          </a:stretch>
        </p:blipFill>
        <p:spPr>
          <a:xfrm>
            <a:off x="4406539" y="2744766"/>
            <a:ext cx="256032" cy="256032"/>
          </a:xfrm>
          <a:prstGeom prst="rect">
            <a:avLst/>
          </a:prstGeom>
        </p:spPr>
      </p:pic>
      <p:pic>
        <p:nvPicPr>
          <p:cNvPr id="567" name="Picture 566" descr="Icon&#10;&#10;Description automatically generated">
            <a:extLst>
              <a:ext uri="{FF2B5EF4-FFF2-40B4-BE49-F238E27FC236}">
                <a16:creationId xmlns:a16="http://schemas.microsoft.com/office/drawing/2014/main" id="{5329A541-9CB9-AC93-FA3B-DB024DF61BB1}"/>
              </a:ext>
            </a:extLst>
          </p:cNvPr>
          <p:cNvPicPr>
            <a:picLocks noChangeAspect="1"/>
          </p:cNvPicPr>
          <p:nvPr/>
        </p:nvPicPr>
        <p:blipFill>
          <a:blip r:embed="rId17">
            <a:duotone>
              <a:schemeClr val="accent3">
                <a:shade val="45000"/>
                <a:satMod val="135000"/>
              </a:schemeClr>
              <a:prstClr val="white"/>
            </a:duotone>
          </a:blip>
          <a:stretch>
            <a:fillRect/>
          </a:stretch>
        </p:blipFill>
        <p:spPr>
          <a:xfrm>
            <a:off x="4955822" y="2744766"/>
            <a:ext cx="256032" cy="256032"/>
          </a:xfrm>
          <a:prstGeom prst="rect">
            <a:avLst/>
          </a:prstGeom>
        </p:spPr>
      </p:pic>
      <p:pic>
        <p:nvPicPr>
          <p:cNvPr id="568" name="Picture 567" descr="Icon&#10;&#10;Description automatically generated">
            <a:extLst>
              <a:ext uri="{FF2B5EF4-FFF2-40B4-BE49-F238E27FC236}">
                <a16:creationId xmlns:a16="http://schemas.microsoft.com/office/drawing/2014/main" id="{87B0F76A-8665-1C72-E39C-48B947C2C9F0}"/>
              </a:ext>
            </a:extLst>
          </p:cNvPr>
          <p:cNvPicPr>
            <a:picLocks noChangeAspect="1"/>
          </p:cNvPicPr>
          <p:nvPr/>
        </p:nvPicPr>
        <p:blipFill>
          <a:blip r:embed="rId18">
            <a:duotone>
              <a:schemeClr val="accent3">
                <a:shade val="45000"/>
                <a:satMod val="135000"/>
              </a:schemeClr>
              <a:prstClr val="white"/>
            </a:duotone>
          </a:blip>
          <a:stretch>
            <a:fillRect/>
          </a:stretch>
        </p:blipFill>
        <p:spPr>
          <a:xfrm>
            <a:off x="4132706" y="3423744"/>
            <a:ext cx="256032" cy="256032"/>
          </a:xfrm>
          <a:prstGeom prst="rect">
            <a:avLst/>
          </a:prstGeom>
        </p:spPr>
      </p:pic>
      <p:pic>
        <p:nvPicPr>
          <p:cNvPr id="569" name="Picture 568" descr="Icon&#10;&#10;Description automatically generated">
            <a:extLst>
              <a:ext uri="{FF2B5EF4-FFF2-40B4-BE49-F238E27FC236}">
                <a16:creationId xmlns:a16="http://schemas.microsoft.com/office/drawing/2014/main" id="{0B65BD63-1C9D-E734-817F-B49C22D72F73}"/>
              </a:ext>
            </a:extLst>
          </p:cNvPr>
          <p:cNvPicPr>
            <a:picLocks noChangeAspect="1"/>
          </p:cNvPicPr>
          <p:nvPr/>
        </p:nvPicPr>
        <p:blipFill>
          <a:blip r:embed="rId15">
            <a:duotone>
              <a:schemeClr val="accent3">
                <a:shade val="45000"/>
                <a:satMod val="135000"/>
              </a:schemeClr>
              <a:prstClr val="white"/>
            </a:duotone>
          </a:blip>
          <a:stretch>
            <a:fillRect/>
          </a:stretch>
        </p:blipFill>
        <p:spPr>
          <a:xfrm>
            <a:off x="4407348" y="3423744"/>
            <a:ext cx="256032" cy="256032"/>
          </a:xfrm>
          <a:prstGeom prst="rect">
            <a:avLst/>
          </a:prstGeom>
        </p:spPr>
      </p:pic>
      <p:pic>
        <p:nvPicPr>
          <p:cNvPr id="570" name="Picture 569" descr="Icon&#10;&#10;Description automatically generated">
            <a:extLst>
              <a:ext uri="{FF2B5EF4-FFF2-40B4-BE49-F238E27FC236}">
                <a16:creationId xmlns:a16="http://schemas.microsoft.com/office/drawing/2014/main" id="{78AB32E7-7164-E3C1-3F5F-15144CB34D84}"/>
              </a:ext>
            </a:extLst>
          </p:cNvPr>
          <p:cNvPicPr>
            <a:picLocks noChangeAspect="1"/>
          </p:cNvPicPr>
          <p:nvPr/>
        </p:nvPicPr>
        <p:blipFill>
          <a:blip r:embed="rId16">
            <a:duotone>
              <a:schemeClr val="accent3">
                <a:shade val="45000"/>
                <a:satMod val="135000"/>
              </a:schemeClr>
              <a:prstClr val="white"/>
            </a:duotone>
          </a:blip>
          <a:stretch>
            <a:fillRect/>
          </a:stretch>
        </p:blipFill>
        <p:spPr>
          <a:xfrm>
            <a:off x="4681990" y="3423744"/>
            <a:ext cx="256032" cy="256032"/>
          </a:xfrm>
          <a:prstGeom prst="rect">
            <a:avLst/>
          </a:prstGeom>
        </p:spPr>
      </p:pic>
      <p:pic>
        <p:nvPicPr>
          <p:cNvPr id="572" name="Picture 571" descr="Icon&#10;&#10;Description automatically generated">
            <a:extLst>
              <a:ext uri="{FF2B5EF4-FFF2-40B4-BE49-F238E27FC236}">
                <a16:creationId xmlns:a16="http://schemas.microsoft.com/office/drawing/2014/main" id="{C0E443F6-E16F-C25E-0A9D-E8F7C63D88F4}"/>
              </a:ext>
            </a:extLst>
          </p:cNvPr>
          <p:cNvPicPr>
            <a:picLocks noChangeAspect="1"/>
          </p:cNvPicPr>
          <p:nvPr/>
        </p:nvPicPr>
        <p:blipFill>
          <a:blip r:embed="rId18">
            <a:duotone>
              <a:schemeClr val="accent3">
                <a:shade val="45000"/>
                <a:satMod val="135000"/>
              </a:schemeClr>
              <a:prstClr val="white"/>
            </a:duotone>
          </a:blip>
          <a:stretch>
            <a:fillRect/>
          </a:stretch>
        </p:blipFill>
        <p:spPr>
          <a:xfrm>
            <a:off x="4144574" y="4099615"/>
            <a:ext cx="256032" cy="256032"/>
          </a:xfrm>
          <a:prstGeom prst="rect">
            <a:avLst/>
          </a:prstGeom>
        </p:spPr>
      </p:pic>
      <p:pic>
        <p:nvPicPr>
          <p:cNvPr id="573" name="Picture 572" descr="Icon&#10;&#10;Description automatically generated">
            <a:extLst>
              <a:ext uri="{FF2B5EF4-FFF2-40B4-BE49-F238E27FC236}">
                <a16:creationId xmlns:a16="http://schemas.microsoft.com/office/drawing/2014/main" id="{A629FCF6-F644-4435-92DC-CF9FFA487508}"/>
              </a:ext>
            </a:extLst>
          </p:cNvPr>
          <p:cNvPicPr>
            <a:picLocks noChangeAspect="1"/>
          </p:cNvPicPr>
          <p:nvPr/>
        </p:nvPicPr>
        <p:blipFill>
          <a:blip r:embed="rId15">
            <a:duotone>
              <a:schemeClr val="accent3">
                <a:shade val="45000"/>
                <a:satMod val="135000"/>
              </a:schemeClr>
              <a:prstClr val="white"/>
            </a:duotone>
          </a:blip>
          <a:stretch>
            <a:fillRect/>
          </a:stretch>
        </p:blipFill>
        <p:spPr>
          <a:xfrm>
            <a:off x="4419216" y="4099615"/>
            <a:ext cx="256032" cy="256032"/>
          </a:xfrm>
          <a:prstGeom prst="rect">
            <a:avLst/>
          </a:prstGeom>
        </p:spPr>
      </p:pic>
      <p:pic>
        <p:nvPicPr>
          <p:cNvPr id="574" name="Picture 573" descr="Icon&#10;&#10;Description automatically generated">
            <a:extLst>
              <a:ext uri="{FF2B5EF4-FFF2-40B4-BE49-F238E27FC236}">
                <a16:creationId xmlns:a16="http://schemas.microsoft.com/office/drawing/2014/main" id="{AABBA5C7-FAF0-F4C5-90A8-8666E3B49A92}"/>
              </a:ext>
            </a:extLst>
          </p:cNvPr>
          <p:cNvPicPr>
            <a:picLocks noChangeAspect="1"/>
          </p:cNvPicPr>
          <p:nvPr/>
        </p:nvPicPr>
        <p:blipFill>
          <a:blip r:embed="rId16">
            <a:duotone>
              <a:schemeClr val="accent3">
                <a:shade val="45000"/>
                <a:satMod val="135000"/>
              </a:schemeClr>
              <a:prstClr val="white"/>
            </a:duotone>
          </a:blip>
          <a:stretch>
            <a:fillRect/>
          </a:stretch>
        </p:blipFill>
        <p:spPr>
          <a:xfrm>
            <a:off x="4693858" y="4099615"/>
            <a:ext cx="256032" cy="256032"/>
          </a:xfrm>
          <a:prstGeom prst="rect">
            <a:avLst/>
          </a:prstGeom>
        </p:spPr>
      </p:pic>
      <p:pic>
        <p:nvPicPr>
          <p:cNvPr id="577" name="Picture 576" descr="Icon&#10;&#10;Description automatically generated">
            <a:extLst>
              <a:ext uri="{FF2B5EF4-FFF2-40B4-BE49-F238E27FC236}">
                <a16:creationId xmlns:a16="http://schemas.microsoft.com/office/drawing/2014/main" id="{9582040F-F2BB-480A-94C4-F0DC03793F6A}"/>
              </a:ext>
            </a:extLst>
          </p:cNvPr>
          <p:cNvPicPr>
            <a:picLocks noChangeAspect="1"/>
          </p:cNvPicPr>
          <p:nvPr/>
        </p:nvPicPr>
        <p:blipFill>
          <a:blip r:embed="rId15">
            <a:duotone>
              <a:schemeClr val="accent3">
                <a:shade val="45000"/>
                <a:satMod val="135000"/>
              </a:schemeClr>
              <a:prstClr val="white"/>
            </a:duotone>
          </a:blip>
          <a:stretch>
            <a:fillRect/>
          </a:stretch>
        </p:blipFill>
        <p:spPr>
          <a:xfrm>
            <a:off x="4414326" y="4786816"/>
            <a:ext cx="256032" cy="256032"/>
          </a:xfrm>
          <a:prstGeom prst="rect">
            <a:avLst/>
          </a:prstGeom>
        </p:spPr>
      </p:pic>
      <p:pic>
        <p:nvPicPr>
          <p:cNvPr id="578" name="Picture 577" descr="Icon&#10;&#10;Description automatically generated">
            <a:extLst>
              <a:ext uri="{FF2B5EF4-FFF2-40B4-BE49-F238E27FC236}">
                <a16:creationId xmlns:a16="http://schemas.microsoft.com/office/drawing/2014/main" id="{7D9B187E-C0F1-8204-E63E-35C5BECA9E57}"/>
              </a:ext>
            </a:extLst>
          </p:cNvPr>
          <p:cNvPicPr>
            <a:picLocks noChangeAspect="1"/>
          </p:cNvPicPr>
          <p:nvPr/>
        </p:nvPicPr>
        <p:blipFill>
          <a:blip r:embed="rId16">
            <a:duotone>
              <a:schemeClr val="accent3">
                <a:shade val="45000"/>
                <a:satMod val="135000"/>
              </a:schemeClr>
              <a:prstClr val="white"/>
            </a:duotone>
          </a:blip>
          <a:stretch>
            <a:fillRect/>
          </a:stretch>
        </p:blipFill>
        <p:spPr>
          <a:xfrm>
            <a:off x="4688968" y="4786816"/>
            <a:ext cx="256032" cy="256032"/>
          </a:xfrm>
          <a:prstGeom prst="rect">
            <a:avLst/>
          </a:prstGeom>
        </p:spPr>
      </p:pic>
      <p:pic>
        <p:nvPicPr>
          <p:cNvPr id="579" name="Picture 578" descr="Icon&#10;&#10;Description automatically generated">
            <a:extLst>
              <a:ext uri="{FF2B5EF4-FFF2-40B4-BE49-F238E27FC236}">
                <a16:creationId xmlns:a16="http://schemas.microsoft.com/office/drawing/2014/main" id="{1CE965C4-001D-57F6-49C5-63AC40E5FC67}"/>
              </a:ext>
            </a:extLst>
          </p:cNvPr>
          <p:cNvPicPr>
            <a:picLocks noChangeAspect="1"/>
          </p:cNvPicPr>
          <p:nvPr/>
        </p:nvPicPr>
        <p:blipFill>
          <a:blip r:embed="rId17">
            <a:duotone>
              <a:schemeClr val="accent3">
                <a:shade val="45000"/>
                <a:satMod val="135000"/>
              </a:schemeClr>
              <a:prstClr val="white"/>
            </a:duotone>
          </a:blip>
          <a:stretch>
            <a:fillRect/>
          </a:stretch>
        </p:blipFill>
        <p:spPr>
          <a:xfrm>
            <a:off x="4963609" y="4786816"/>
            <a:ext cx="256032" cy="256032"/>
          </a:xfrm>
          <a:prstGeom prst="rect">
            <a:avLst/>
          </a:prstGeom>
        </p:spPr>
      </p:pic>
      <p:pic>
        <p:nvPicPr>
          <p:cNvPr id="582" name="Picture 581" descr="Icon&#10;&#10;Description automatically generated">
            <a:extLst>
              <a:ext uri="{FF2B5EF4-FFF2-40B4-BE49-F238E27FC236}">
                <a16:creationId xmlns:a16="http://schemas.microsoft.com/office/drawing/2014/main" id="{16D97400-36B6-6A46-691C-24CB1AC1B42C}"/>
              </a:ext>
            </a:extLst>
          </p:cNvPr>
          <p:cNvPicPr>
            <a:picLocks noChangeAspect="1"/>
          </p:cNvPicPr>
          <p:nvPr/>
        </p:nvPicPr>
        <p:blipFill>
          <a:blip r:embed="rId16">
            <a:duotone>
              <a:schemeClr val="accent3">
                <a:shade val="45000"/>
                <a:satMod val="135000"/>
              </a:schemeClr>
              <a:prstClr val="white"/>
            </a:duotone>
          </a:blip>
          <a:stretch>
            <a:fillRect/>
          </a:stretch>
        </p:blipFill>
        <p:spPr>
          <a:xfrm>
            <a:off x="4688968" y="5468150"/>
            <a:ext cx="256032" cy="256032"/>
          </a:xfrm>
          <a:prstGeom prst="rect">
            <a:avLst/>
          </a:prstGeom>
        </p:spPr>
      </p:pic>
      <p:pic>
        <p:nvPicPr>
          <p:cNvPr id="583" name="Picture 582" descr="Icon&#10;&#10;Description automatically generated">
            <a:extLst>
              <a:ext uri="{FF2B5EF4-FFF2-40B4-BE49-F238E27FC236}">
                <a16:creationId xmlns:a16="http://schemas.microsoft.com/office/drawing/2014/main" id="{F2292494-26A9-CF7A-E20B-45720C3A52DA}"/>
              </a:ext>
            </a:extLst>
          </p:cNvPr>
          <p:cNvPicPr>
            <a:picLocks noChangeAspect="1"/>
          </p:cNvPicPr>
          <p:nvPr/>
        </p:nvPicPr>
        <p:blipFill>
          <a:blip r:embed="rId17">
            <a:duotone>
              <a:schemeClr val="accent3">
                <a:shade val="45000"/>
                <a:satMod val="135000"/>
              </a:schemeClr>
              <a:prstClr val="white"/>
            </a:duotone>
          </a:blip>
          <a:stretch>
            <a:fillRect/>
          </a:stretch>
        </p:blipFill>
        <p:spPr>
          <a:xfrm>
            <a:off x="4963609" y="5468150"/>
            <a:ext cx="256032" cy="256032"/>
          </a:xfrm>
          <a:prstGeom prst="rect">
            <a:avLst/>
          </a:prstGeom>
        </p:spPr>
      </p:pic>
      <p:grpSp>
        <p:nvGrpSpPr>
          <p:cNvPr id="584" name="Group 583">
            <a:extLst>
              <a:ext uri="{FF2B5EF4-FFF2-40B4-BE49-F238E27FC236}">
                <a16:creationId xmlns:a16="http://schemas.microsoft.com/office/drawing/2014/main" id="{D73ADDD8-896D-B0C5-F8AE-C4FAC02895ED}"/>
              </a:ext>
            </a:extLst>
          </p:cNvPr>
          <p:cNvGrpSpPr/>
          <p:nvPr/>
        </p:nvGrpSpPr>
        <p:grpSpPr>
          <a:xfrm>
            <a:off x="5430508" y="1363489"/>
            <a:ext cx="1097280" cy="274320"/>
            <a:chOff x="2843974" y="1366323"/>
            <a:chExt cx="1097280" cy="274320"/>
          </a:xfrm>
        </p:grpSpPr>
        <p:pic>
          <p:nvPicPr>
            <p:cNvPr id="585" name="Picture 584" descr="Icon&#10;&#10;Description automatically generated">
              <a:extLst>
                <a:ext uri="{FF2B5EF4-FFF2-40B4-BE49-F238E27FC236}">
                  <a16:creationId xmlns:a16="http://schemas.microsoft.com/office/drawing/2014/main" id="{EED8536C-9A85-9205-1B4D-9CD96279DAC6}"/>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586" name="Picture 585" descr="A picture containing text, sign, outdoor, clipart&#10;&#10;Description automatically generated">
              <a:extLst>
                <a:ext uri="{FF2B5EF4-FFF2-40B4-BE49-F238E27FC236}">
                  <a16:creationId xmlns:a16="http://schemas.microsoft.com/office/drawing/2014/main" id="{1C599A1A-8812-D392-2700-3A9AC70655BE}"/>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587" name="Picture 586" descr="Icon&#10;&#10;Description automatically generated">
              <a:extLst>
                <a:ext uri="{FF2B5EF4-FFF2-40B4-BE49-F238E27FC236}">
                  <a16:creationId xmlns:a16="http://schemas.microsoft.com/office/drawing/2014/main" id="{179B8298-219A-910D-8967-BF40831C6AC8}"/>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588" name="Picture 587" descr="Icon&#10;&#10;Description automatically generated">
              <a:extLst>
                <a:ext uri="{FF2B5EF4-FFF2-40B4-BE49-F238E27FC236}">
                  <a16:creationId xmlns:a16="http://schemas.microsoft.com/office/drawing/2014/main" id="{CDD40B04-B15E-ED30-ABE0-10E294E976DB}"/>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589" name="Group 588">
            <a:extLst>
              <a:ext uri="{FF2B5EF4-FFF2-40B4-BE49-F238E27FC236}">
                <a16:creationId xmlns:a16="http://schemas.microsoft.com/office/drawing/2014/main" id="{754ECB6B-BEE1-3E81-959F-833515922156}"/>
              </a:ext>
            </a:extLst>
          </p:cNvPr>
          <p:cNvGrpSpPr/>
          <p:nvPr/>
        </p:nvGrpSpPr>
        <p:grpSpPr>
          <a:xfrm>
            <a:off x="5430508" y="2044270"/>
            <a:ext cx="1097280" cy="274320"/>
            <a:chOff x="2843974" y="2047104"/>
            <a:chExt cx="1097280" cy="274320"/>
          </a:xfrm>
        </p:grpSpPr>
        <p:pic>
          <p:nvPicPr>
            <p:cNvPr id="590" name="Picture 589" descr="Icon&#10;&#10;Description automatically generated">
              <a:extLst>
                <a:ext uri="{FF2B5EF4-FFF2-40B4-BE49-F238E27FC236}">
                  <a16:creationId xmlns:a16="http://schemas.microsoft.com/office/drawing/2014/main" id="{BC258474-455B-07E4-75E4-38533197E2A5}"/>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591" name="Picture 590" descr="A picture containing text, sign, outdoor, clipart&#10;&#10;Description automatically generated">
              <a:extLst>
                <a:ext uri="{FF2B5EF4-FFF2-40B4-BE49-F238E27FC236}">
                  <a16:creationId xmlns:a16="http://schemas.microsoft.com/office/drawing/2014/main" id="{9B85120D-FF7B-F158-8E73-993D90302239}"/>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592" name="Picture 591" descr="Icon&#10;&#10;Description automatically generated">
              <a:extLst>
                <a:ext uri="{FF2B5EF4-FFF2-40B4-BE49-F238E27FC236}">
                  <a16:creationId xmlns:a16="http://schemas.microsoft.com/office/drawing/2014/main" id="{DBB97220-403A-3377-B117-F3CC5C2BC08E}"/>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593" name="Picture 592" descr="Icon&#10;&#10;Description automatically generated">
              <a:extLst>
                <a:ext uri="{FF2B5EF4-FFF2-40B4-BE49-F238E27FC236}">
                  <a16:creationId xmlns:a16="http://schemas.microsoft.com/office/drawing/2014/main" id="{34468209-08C8-0354-0B84-EAA5A2C9D31C}"/>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594" name="Group 593">
            <a:extLst>
              <a:ext uri="{FF2B5EF4-FFF2-40B4-BE49-F238E27FC236}">
                <a16:creationId xmlns:a16="http://schemas.microsoft.com/office/drawing/2014/main" id="{F0D7EB21-3C6E-C53C-D821-C9A802467681}"/>
              </a:ext>
            </a:extLst>
          </p:cNvPr>
          <p:cNvGrpSpPr/>
          <p:nvPr/>
        </p:nvGrpSpPr>
        <p:grpSpPr>
          <a:xfrm>
            <a:off x="5430508" y="2725051"/>
            <a:ext cx="1097280" cy="274320"/>
            <a:chOff x="2843974" y="2727885"/>
            <a:chExt cx="1097280" cy="274320"/>
          </a:xfrm>
        </p:grpSpPr>
        <p:pic>
          <p:nvPicPr>
            <p:cNvPr id="595" name="Picture 594" descr="Icon&#10;&#10;Description automatically generated">
              <a:extLst>
                <a:ext uri="{FF2B5EF4-FFF2-40B4-BE49-F238E27FC236}">
                  <a16:creationId xmlns:a16="http://schemas.microsoft.com/office/drawing/2014/main" id="{70E2CD87-7EED-AB5A-2C43-6DDF1766F94B}"/>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596" name="Picture 595" descr="A picture containing text, sign, outdoor, clipart&#10;&#10;Description automatically generated">
              <a:extLst>
                <a:ext uri="{FF2B5EF4-FFF2-40B4-BE49-F238E27FC236}">
                  <a16:creationId xmlns:a16="http://schemas.microsoft.com/office/drawing/2014/main" id="{E7D7AE85-931F-003C-89DA-70DD565DC287}"/>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597" name="Picture 596" descr="Icon&#10;&#10;Description automatically generated">
              <a:extLst>
                <a:ext uri="{FF2B5EF4-FFF2-40B4-BE49-F238E27FC236}">
                  <a16:creationId xmlns:a16="http://schemas.microsoft.com/office/drawing/2014/main" id="{A88E487E-2333-CE1E-9D64-C9286B75A7D0}"/>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598" name="Picture 597" descr="Icon&#10;&#10;Description automatically generated">
              <a:extLst>
                <a:ext uri="{FF2B5EF4-FFF2-40B4-BE49-F238E27FC236}">
                  <a16:creationId xmlns:a16="http://schemas.microsoft.com/office/drawing/2014/main" id="{2EF7FF20-8325-52BA-521E-CE7CE160A2A8}"/>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599" name="Group 598">
            <a:extLst>
              <a:ext uri="{FF2B5EF4-FFF2-40B4-BE49-F238E27FC236}">
                <a16:creationId xmlns:a16="http://schemas.microsoft.com/office/drawing/2014/main" id="{BE856611-108C-7586-BEB1-CDDBAFAD59E3}"/>
              </a:ext>
            </a:extLst>
          </p:cNvPr>
          <p:cNvGrpSpPr/>
          <p:nvPr/>
        </p:nvGrpSpPr>
        <p:grpSpPr>
          <a:xfrm>
            <a:off x="5430508" y="3405832"/>
            <a:ext cx="1097280" cy="274382"/>
            <a:chOff x="2843974" y="3408666"/>
            <a:chExt cx="1097280" cy="274382"/>
          </a:xfrm>
        </p:grpSpPr>
        <p:pic>
          <p:nvPicPr>
            <p:cNvPr id="600" name="Picture 599" descr="Icon&#10;&#10;Description automatically generated">
              <a:extLst>
                <a:ext uri="{FF2B5EF4-FFF2-40B4-BE49-F238E27FC236}">
                  <a16:creationId xmlns:a16="http://schemas.microsoft.com/office/drawing/2014/main" id="{23668166-38F8-4A77-A585-40413A1540BB}"/>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601" name="Picture 600" descr="A picture containing text, sign, outdoor, clipart&#10;&#10;Description automatically generated">
              <a:extLst>
                <a:ext uri="{FF2B5EF4-FFF2-40B4-BE49-F238E27FC236}">
                  <a16:creationId xmlns:a16="http://schemas.microsoft.com/office/drawing/2014/main" id="{DF4943DB-1B2F-0106-241C-AF56CEA0C576}"/>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602" name="Picture 601" descr="Icon&#10;&#10;Description automatically generated">
              <a:extLst>
                <a:ext uri="{FF2B5EF4-FFF2-40B4-BE49-F238E27FC236}">
                  <a16:creationId xmlns:a16="http://schemas.microsoft.com/office/drawing/2014/main" id="{8904BAC0-6461-E6ED-DE50-775F309C9025}"/>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603" name="Picture 602" descr="Icon&#10;&#10;Description automatically generated">
              <a:extLst>
                <a:ext uri="{FF2B5EF4-FFF2-40B4-BE49-F238E27FC236}">
                  <a16:creationId xmlns:a16="http://schemas.microsoft.com/office/drawing/2014/main" id="{670EF57A-840B-67F5-53BB-4A5936C1523D}"/>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604" name="Group 603">
            <a:extLst>
              <a:ext uri="{FF2B5EF4-FFF2-40B4-BE49-F238E27FC236}">
                <a16:creationId xmlns:a16="http://schemas.microsoft.com/office/drawing/2014/main" id="{E33A8094-7EE6-DD92-B58C-EB82385D3D2F}"/>
              </a:ext>
            </a:extLst>
          </p:cNvPr>
          <p:cNvGrpSpPr/>
          <p:nvPr/>
        </p:nvGrpSpPr>
        <p:grpSpPr>
          <a:xfrm>
            <a:off x="5430508" y="4086613"/>
            <a:ext cx="1097280" cy="274320"/>
            <a:chOff x="2843974" y="4089447"/>
            <a:chExt cx="1097280" cy="274320"/>
          </a:xfrm>
        </p:grpSpPr>
        <p:pic>
          <p:nvPicPr>
            <p:cNvPr id="605" name="Picture 604" descr="Icon&#10;&#10;Description automatically generated">
              <a:extLst>
                <a:ext uri="{FF2B5EF4-FFF2-40B4-BE49-F238E27FC236}">
                  <a16:creationId xmlns:a16="http://schemas.microsoft.com/office/drawing/2014/main" id="{A7D09A46-BC16-679D-2098-C9201AB8299D}"/>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606" name="Picture 605" descr="A picture containing text, sign, outdoor, clipart&#10;&#10;Description automatically generated">
              <a:extLst>
                <a:ext uri="{FF2B5EF4-FFF2-40B4-BE49-F238E27FC236}">
                  <a16:creationId xmlns:a16="http://schemas.microsoft.com/office/drawing/2014/main" id="{75BD3028-9BFD-7963-30A2-2B0FF5DC450A}"/>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607" name="Picture 606" descr="Icon&#10;&#10;Description automatically generated">
              <a:extLst>
                <a:ext uri="{FF2B5EF4-FFF2-40B4-BE49-F238E27FC236}">
                  <a16:creationId xmlns:a16="http://schemas.microsoft.com/office/drawing/2014/main" id="{DCC01DDE-BE62-A060-7545-573E6520720A}"/>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608" name="Picture 607" descr="Icon&#10;&#10;Description automatically generated">
              <a:extLst>
                <a:ext uri="{FF2B5EF4-FFF2-40B4-BE49-F238E27FC236}">
                  <a16:creationId xmlns:a16="http://schemas.microsoft.com/office/drawing/2014/main" id="{A98FA48D-2425-A8DD-B954-7C799B9A6AA4}"/>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609" name="Group 608">
            <a:extLst>
              <a:ext uri="{FF2B5EF4-FFF2-40B4-BE49-F238E27FC236}">
                <a16:creationId xmlns:a16="http://schemas.microsoft.com/office/drawing/2014/main" id="{20C9D0BC-5607-E326-975E-9F20A41581A6}"/>
              </a:ext>
            </a:extLst>
          </p:cNvPr>
          <p:cNvGrpSpPr/>
          <p:nvPr/>
        </p:nvGrpSpPr>
        <p:grpSpPr>
          <a:xfrm>
            <a:off x="5430508" y="4767394"/>
            <a:ext cx="1097280" cy="274320"/>
            <a:chOff x="2843974" y="4770228"/>
            <a:chExt cx="1097280" cy="274320"/>
          </a:xfrm>
        </p:grpSpPr>
        <p:pic>
          <p:nvPicPr>
            <p:cNvPr id="610" name="Picture 609" descr="Icon&#10;&#10;Description automatically generated">
              <a:extLst>
                <a:ext uri="{FF2B5EF4-FFF2-40B4-BE49-F238E27FC236}">
                  <a16:creationId xmlns:a16="http://schemas.microsoft.com/office/drawing/2014/main" id="{00B86665-5F79-D86F-A656-95BFBBF5AB19}"/>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611" name="Picture 610" descr="A picture containing text, sign, outdoor, clipart&#10;&#10;Description automatically generated">
              <a:extLst>
                <a:ext uri="{FF2B5EF4-FFF2-40B4-BE49-F238E27FC236}">
                  <a16:creationId xmlns:a16="http://schemas.microsoft.com/office/drawing/2014/main" id="{7A394151-9168-69AB-44FF-03BC7D75AB20}"/>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612" name="Picture 611" descr="Icon&#10;&#10;Description automatically generated">
              <a:extLst>
                <a:ext uri="{FF2B5EF4-FFF2-40B4-BE49-F238E27FC236}">
                  <a16:creationId xmlns:a16="http://schemas.microsoft.com/office/drawing/2014/main" id="{05F33698-8CC5-5ABC-85B2-79623570A0E5}"/>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613" name="Picture 612" descr="Icon&#10;&#10;Description automatically generated">
              <a:extLst>
                <a:ext uri="{FF2B5EF4-FFF2-40B4-BE49-F238E27FC236}">
                  <a16:creationId xmlns:a16="http://schemas.microsoft.com/office/drawing/2014/main" id="{0FAC87BD-F2F6-40BF-49CC-8388AF96CA5C}"/>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614" name="Group 613">
            <a:extLst>
              <a:ext uri="{FF2B5EF4-FFF2-40B4-BE49-F238E27FC236}">
                <a16:creationId xmlns:a16="http://schemas.microsoft.com/office/drawing/2014/main" id="{BB6F3C1E-371F-759E-7836-91A3F13F1143}"/>
              </a:ext>
            </a:extLst>
          </p:cNvPr>
          <p:cNvGrpSpPr/>
          <p:nvPr/>
        </p:nvGrpSpPr>
        <p:grpSpPr>
          <a:xfrm>
            <a:off x="5430508" y="5448175"/>
            <a:ext cx="1097280" cy="274320"/>
            <a:chOff x="2843974" y="5451009"/>
            <a:chExt cx="1097280" cy="274320"/>
          </a:xfrm>
        </p:grpSpPr>
        <p:pic>
          <p:nvPicPr>
            <p:cNvPr id="615" name="Picture 614" descr="Icon&#10;&#10;Description automatically generated">
              <a:extLst>
                <a:ext uri="{FF2B5EF4-FFF2-40B4-BE49-F238E27FC236}">
                  <a16:creationId xmlns:a16="http://schemas.microsoft.com/office/drawing/2014/main" id="{E2895217-94D8-12BC-BA4F-05719C1C2CC4}"/>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616" name="Picture 615" descr="A picture containing text, sign, outdoor, clipart&#10;&#10;Description automatically generated">
              <a:extLst>
                <a:ext uri="{FF2B5EF4-FFF2-40B4-BE49-F238E27FC236}">
                  <a16:creationId xmlns:a16="http://schemas.microsoft.com/office/drawing/2014/main" id="{B6EF6AD3-0B11-030D-0627-01647CF94909}"/>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617" name="Picture 616" descr="Icon&#10;&#10;Description automatically generated">
              <a:extLst>
                <a:ext uri="{FF2B5EF4-FFF2-40B4-BE49-F238E27FC236}">
                  <a16:creationId xmlns:a16="http://schemas.microsoft.com/office/drawing/2014/main" id="{570C579A-2C29-3759-219F-677468E0D8E3}"/>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618" name="Picture 617" descr="Icon&#10;&#10;Description automatically generated">
              <a:extLst>
                <a:ext uri="{FF2B5EF4-FFF2-40B4-BE49-F238E27FC236}">
                  <a16:creationId xmlns:a16="http://schemas.microsoft.com/office/drawing/2014/main" id="{5C7DABDF-B4AD-FC78-C8B9-4228DE969850}"/>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619" name="Picture 618" descr="Icon&#10;&#10;Description automatically generated">
            <a:extLst>
              <a:ext uri="{FF2B5EF4-FFF2-40B4-BE49-F238E27FC236}">
                <a16:creationId xmlns:a16="http://schemas.microsoft.com/office/drawing/2014/main" id="{46111015-81A7-B3F1-C9E7-AB33903E849E}"/>
              </a:ext>
            </a:extLst>
          </p:cNvPr>
          <p:cNvPicPr>
            <a:picLocks noChangeAspect="1"/>
          </p:cNvPicPr>
          <p:nvPr/>
        </p:nvPicPr>
        <p:blipFill>
          <a:blip r:embed="rId18">
            <a:duotone>
              <a:schemeClr val="accent3">
                <a:shade val="45000"/>
                <a:satMod val="135000"/>
              </a:schemeClr>
              <a:prstClr val="white"/>
            </a:duotone>
          </a:blip>
          <a:stretch>
            <a:fillRect/>
          </a:stretch>
        </p:blipFill>
        <p:spPr>
          <a:xfrm>
            <a:off x="5439652" y="1368317"/>
            <a:ext cx="256032" cy="256032"/>
          </a:xfrm>
          <a:prstGeom prst="rect">
            <a:avLst/>
          </a:prstGeom>
        </p:spPr>
      </p:pic>
      <p:pic>
        <p:nvPicPr>
          <p:cNvPr id="620" name="Picture 619" descr="Icon&#10;&#10;Description automatically generated">
            <a:extLst>
              <a:ext uri="{FF2B5EF4-FFF2-40B4-BE49-F238E27FC236}">
                <a16:creationId xmlns:a16="http://schemas.microsoft.com/office/drawing/2014/main" id="{C4373CAE-06D6-40AE-E387-20882716C5CA}"/>
              </a:ext>
            </a:extLst>
          </p:cNvPr>
          <p:cNvPicPr>
            <a:picLocks noChangeAspect="1"/>
          </p:cNvPicPr>
          <p:nvPr/>
        </p:nvPicPr>
        <p:blipFill>
          <a:blip r:embed="rId15">
            <a:duotone>
              <a:schemeClr val="accent3">
                <a:shade val="45000"/>
                <a:satMod val="135000"/>
              </a:schemeClr>
              <a:prstClr val="white"/>
            </a:duotone>
          </a:blip>
          <a:stretch>
            <a:fillRect/>
          </a:stretch>
        </p:blipFill>
        <p:spPr>
          <a:xfrm>
            <a:off x="5714294" y="1368317"/>
            <a:ext cx="256032" cy="256032"/>
          </a:xfrm>
          <a:prstGeom prst="rect">
            <a:avLst/>
          </a:prstGeom>
        </p:spPr>
      </p:pic>
      <p:pic>
        <p:nvPicPr>
          <p:cNvPr id="622" name="Picture 621" descr="Icon&#10;&#10;Description automatically generated">
            <a:extLst>
              <a:ext uri="{FF2B5EF4-FFF2-40B4-BE49-F238E27FC236}">
                <a16:creationId xmlns:a16="http://schemas.microsoft.com/office/drawing/2014/main" id="{92E77680-0F65-C352-CBA8-77326380D17F}"/>
              </a:ext>
            </a:extLst>
          </p:cNvPr>
          <p:cNvPicPr>
            <a:picLocks noChangeAspect="1"/>
          </p:cNvPicPr>
          <p:nvPr/>
        </p:nvPicPr>
        <p:blipFill>
          <a:blip r:embed="rId17">
            <a:duotone>
              <a:schemeClr val="accent3">
                <a:shade val="45000"/>
                <a:satMod val="135000"/>
              </a:schemeClr>
              <a:prstClr val="white"/>
            </a:duotone>
          </a:blip>
          <a:stretch>
            <a:fillRect/>
          </a:stretch>
        </p:blipFill>
        <p:spPr>
          <a:xfrm>
            <a:off x="6263577" y="1368317"/>
            <a:ext cx="256032" cy="256032"/>
          </a:xfrm>
          <a:prstGeom prst="rect">
            <a:avLst/>
          </a:prstGeom>
        </p:spPr>
      </p:pic>
      <p:pic>
        <p:nvPicPr>
          <p:cNvPr id="623" name="Picture 622" descr="Icon&#10;&#10;Description automatically generated">
            <a:extLst>
              <a:ext uri="{FF2B5EF4-FFF2-40B4-BE49-F238E27FC236}">
                <a16:creationId xmlns:a16="http://schemas.microsoft.com/office/drawing/2014/main" id="{C69D63C9-9A9A-8FE3-F7CB-EAAC8D2FA515}"/>
              </a:ext>
            </a:extLst>
          </p:cNvPr>
          <p:cNvPicPr>
            <a:picLocks noChangeAspect="1"/>
          </p:cNvPicPr>
          <p:nvPr/>
        </p:nvPicPr>
        <p:blipFill>
          <a:blip r:embed="rId18">
            <a:duotone>
              <a:schemeClr val="accent3">
                <a:shade val="45000"/>
                <a:satMod val="135000"/>
              </a:schemeClr>
              <a:prstClr val="white"/>
            </a:duotone>
          </a:blip>
          <a:stretch>
            <a:fillRect/>
          </a:stretch>
        </p:blipFill>
        <p:spPr>
          <a:xfrm>
            <a:off x="5435963" y="2057408"/>
            <a:ext cx="256032" cy="256032"/>
          </a:xfrm>
          <a:prstGeom prst="rect">
            <a:avLst/>
          </a:prstGeom>
        </p:spPr>
      </p:pic>
      <p:pic>
        <p:nvPicPr>
          <p:cNvPr id="624" name="Picture 623" descr="Icon&#10;&#10;Description automatically generated">
            <a:extLst>
              <a:ext uri="{FF2B5EF4-FFF2-40B4-BE49-F238E27FC236}">
                <a16:creationId xmlns:a16="http://schemas.microsoft.com/office/drawing/2014/main" id="{0F5CAB9F-4D17-FC56-21D0-38DF4B3B57E4}"/>
              </a:ext>
            </a:extLst>
          </p:cNvPr>
          <p:cNvPicPr>
            <a:picLocks noChangeAspect="1"/>
          </p:cNvPicPr>
          <p:nvPr/>
        </p:nvPicPr>
        <p:blipFill>
          <a:blip r:embed="rId15">
            <a:duotone>
              <a:schemeClr val="accent3">
                <a:shade val="45000"/>
                <a:satMod val="135000"/>
              </a:schemeClr>
              <a:prstClr val="white"/>
            </a:duotone>
          </a:blip>
          <a:stretch>
            <a:fillRect/>
          </a:stretch>
        </p:blipFill>
        <p:spPr>
          <a:xfrm>
            <a:off x="5710605" y="2057408"/>
            <a:ext cx="256032" cy="256032"/>
          </a:xfrm>
          <a:prstGeom prst="rect">
            <a:avLst/>
          </a:prstGeom>
        </p:spPr>
      </p:pic>
      <p:pic>
        <p:nvPicPr>
          <p:cNvPr id="626" name="Picture 625" descr="Icon&#10;&#10;Description automatically generated">
            <a:extLst>
              <a:ext uri="{FF2B5EF4-FFF2-40B4-BE49-F238E27FC236}">
                <a16:creationId xmlns:a16="http://schemas.microsoft.com/office/drawing/2014/main" id="{69A51975-B56D-8025-3158-CFEE15C3D577}"/>
              </a:ext>
            </a:extLst>
          </p:cNvPr>
          <p:cNvPicPr>
            <a:picLocks noChangeAspect="1"/>
          </p:cNvPicPr>
          <p:nvPr/>
        </p:nvPicPr>
        <p:blipFill>
          <a:blip r:embed="rId17">
            <a:duotone>
              <a:schemeClr val="accent3">
                <a:shade val="45000"/>
                <a:satMod val="135000"/>
              </a:schemeClr>
              <a:prstClr val="white"/>
            </a:duotone>
          </a:blip>
          <a:stretch>
            <a:fillRect/>
          </a:stretch>
        </p:blipFill>
        <p:spPr>
          <a:xfrm>
            <a:off x="6259888" y="2057408"/>
            <a:ext cx="256032" cy="256032"/>
          </a:xfrm>
          <a:prstGeom prst="rect">
            <a:avLst/>
          </a:prstGeom>
        </p:spPr>
      </p:pic>
      <p:pic>
        <p:nvPicPr>
          <p:cNvPr id="627" name="Picture 626" descr="Icon&#10;&#10;Description automatically generated">
            <a:extLst>
              <a:ext uri="{FF2B5EF4-FFF2-40B4-BE49-F238E27FC236}">
                <a16:creationId xmlns:a16="http://schemas.microsoft.com/office/drawing/2014/main" id="{AC333A2E-7F16-AD34-2998-10ED701D057A}"/>
              </a:ext>
            </a:extLst>
          </p:cNvPr>
          <p:cNvPicPr>
            <a:picLocks noChangeAspect="1"/>
          </p:cNvPicPr>
          <p:nvPr/>
        </p:nvPicPr>
        <p:blipFill>
          <a:blip r:embed="rId18">
            <a:duotone>
              <a:schemeClr val="accent3">
                <a:shade val="45000"/>
                <a:satMod val="135000"/>
              </a:schemeClr>
              <a:prstClr val="white"/>
            </a:duotone>
          </a:blip>
          <a:stretch>
            <a:fillRect/>
          </a:stretch>
        </p:blipFill>
        <p:spPr>
          <a:xfrm>
            <a:off x="5435154" y="2738742"/>
            <a:ext cx="256032" cy="256032"/>
          </a:xfrm>
          <a:prstGeom prst="rect">
            <a:avLst/>
          </a:prstGeom>
        </p:spPr>
      </p:pic>
      <p:pic>
        <p:nvPicPr>
          <p:cNvPr id="629" name="Picture 628" descr="Icon&#10;&#10;Description automatically generated">
            <a:extLst>
              <a:ext uri="{FF2B5EF4-FFF2-40B4-BE49-F238E27FC236}">
                <a16:creationId xmlns:a16="http://schemas.microsoft.com/office/drawing/2014/main" id="{353A40D5-EB24-1758-191F-28894B889FE5}"/>
              </a:ext>
            </a:extLst>
          </p:cNvPr>
          <p:cNvPicPr>
            <a:picLocks noChangeAspect="1"/>
          </p:cNvPicPr>
          <p:nvPr/>
        </p:nvPicPr>
        <p:blipFill>
          <a:blip r:embed="rId16">
            <a:duotone>
              <a:schemeClr val="accent3">
                <a:shade val="45000"/>
                <a:satMod val="135000"/>
              </a:schemeClr>
              <a:prstClr val="white"/>
            </a:duotone>
          </a:blip>
          <a:stretch>
            <a:fillRect/>
          </a:stretch>
        </p:blipFill>
        <p:spPr>
          <a:xfrm>
            <a:off x="5984438" y="2738742"/>
            <a:ext cx="256032" cy="256032"/>
          </a:xfrm>
          <a:prstGeom prst="rect">
            <a:avLst/>
          </a:prstGeom>
        </p:spPr>
      </p:pic>
      <p:pic>
        <p:nvPicPr>
          <p:cNvPr id="630" name="Picture 629" descr="Icon&#10;&#10;Description automatically generated">
            <a:extLst>
              <a:ext uri="{FF2B5EF4-FFF2-40B4-BE49-F238E27FC236}">
                <a16:creationId xmlns:a16="http://schemas.microsoft.com/office/drawing/2014/main" id="{0474DD50-A0D3-F7B9-0638-8BC12A228867}"/>
              </a:ext>
            </a:extLst>
          </p:cNvPr>
          <p:cNvPicPr>
            <a:picLocks noChangeAspect="1"/>
          </p:cNvPicPr>
          <p:nvPr/>
        </p:nvPicPr>
        <p:blipFill>
          <a:blip r:embed="rId17">
            <a:duotone>
              <a:schemeClr val="accent3">
                <a:shade val="45000"/>
                <a:satMod val="135000"/>
              </a:schemeClr>
              <a:prstClr val="white"/>
            </a:duotone>
          </a:blip>
          <a:stretch>
            <a:fillRect/>
          </a:stretch>
        </p:blipFill>
        <p:spPr>
          <a:xfrm>
            <a:off x="6259079" y="2738742"/>
            <a:ext cx="256032" cy="256032"/>
          </a:xfrm>
          <a:prstGeom prst="rect">
            <a:avLst/>
          </a:prstGeom>
        </p:spPr>
      </p:pic>
      <p:pic>
        <p:nvPicPr>
          <p:cNvPr id="632" name="Picture 631" descr="Icon&#10;&#10;Description automatically generated">
            <a:extLst>
              <a:ext uri="{FF2B5EF4-FFF2-40B4-BE49-F238E27FC236}">
                <a16:creationId xmlns:a16="http://schemas.microsoft.com/office/drawing/2014/main" id="{697F4A2F-F019-B2FE-CC24-1BC62704BDB5}"/>
              </a:ext>
            </a:extLst>
          </p:cNvPr>
          <p:cNvPicPr>
            <a:picLocks noChangeAspect="1"/>
          </p:cNvPicPr>
          <p:nvPr/>
        </p:nvPicPr>
        <p:blipFill>
          <a:blip r:embed="rId15">
            <a:duotone>
              <a:schemeClr val="accent3">
                <a:shade val="45000"/>
                <a:satMod val="135000"/>
              </a:schemeClr>
              <a:prstClr val="white"/>
            </a:duotone>
          </a:blip>
          <a:stretch>
            <a:fillRect/>
          </a:stretch>
        </p:blipFill>
        <p:spPr>
          <a:xfrm>
            <a:off x="5710605" y="3417720"/>
            <a:ext cx="256032" cy="256032"/>
          </a:xfrm>
          <a:prstGeom prst="rect">
            <a:avLst/>
          </a:prstGeom>
        </p:spPr>
      </p:pic>
      <p:pic>
        <p:nvPicPr>
          <p:cNvPr id="633" name="Picture 632" descr="Icon&#10;&#10;Description automatically generated">
            <a:extLst>
              <a:ext uri="{FF2B5EF4-FFF2-40B4-BE49-F238E27FC236}">
                <a16:creationId xmlns:a16="http://schemas.microsoft.com/office/drawing/2014/main" id="{BB1A9EA5-FF92-B372-5802-8942056A0AF6}"/>
              </a:ext>
            </a:extLst>
          </p:cNvPr>
          <p:cNvPicPr>
            <a:picLocks noChangeAspect="1"/>
          </p:cNvPicPr>
          <p:nvPr/>
        </p:nvPicPr>
        <p:blipFill>
          <a:blip r:embed="rId16">
            <a:duotone>
              <a:schemeClr val="accent3">
                <a:shade val="45000"/>
                <a:satMod val="135000"/>
              </a:schemeClr>
              <a:prstClr val="white"/>
            </a:duotone>
          </a:blip>
          <a:stretch>
            <a:fillRect/>
          </a:stretch>
        </p:blipFill>
        <p:spPr>
          <a:xfrm>
            <a:off x="5985247" y="3417720"/>
            <a:ext cx="256032" cy="256032"/>
          </a:xfrm>
          <a:prstGeom prst="rect">
            <a:avLst/>
          </a:prstGeom>
        </p:spPr>
      </p:pic>
      <p:pic>
        <p:nvPicPr>
          <p:cNvPr id="634" name="Picture 633" descr="Icon&#10;&#10;Description automatically generated">
            <a:extLst>
              <a:ext uri="{FF2B5EF4-FFF2-40B4-BE49-F238E27FC236}">
                <a16:creationId xmlns:a16="http://schemas.microsoft.com/office/drawing/2014/main" id="{27EA3DF2-C4FE-987A-8BB6-B5F25C7F46B5}"/>
              </a:ext>
            </a:extLst>
          </p:cNvPr>
          <p:cNvPicPr>
            <a:picLocks noChangeAspect="1"/>
          </p:cNvPicPr>
          <p:nvPr/>
        </p:nvPicPr>
        <p:blipFill>
          <a:blip r:embed="rId17">
            <a:duotone>
              <a:schemeClr val="accent3">
                <a:shade val="45000"/>
                <a:satMod val="135000"/>
              </a:schemeClr>
              <a:prstClr val="white"/>
            </a:duotone>
          </a:blip>
          <a:stretch>
            <a:fillRect/>
          </a:stretch>
        </p:blipFill>
        <p:spPr>
          <a:xfrm>
            <a:off x="6259888" y="3417720"/>
            <a:ext cx="256032" cy="256032"/>
          </a:xfrm>
          <a:prstGeom prst="rect">
            <a:avLst/>
          </a:prstGeom>
        </p:spPr>
      </p:pic>
      <p:pic>
        <p:nvPicPr>
          <p:cNvPr id="635" name="Picture 634" descr="Icon&#10;&#10;Description automatically generated">
            <a:extLst>
              <a:ext uri="{FF2B5EF4-FFF2-40B4-BE49-F238E27FC236}">
                <a16:creationId xmlns:a16="http://schemas.microsoft.com/office/drawing/2014/main" id="{D46974CC-E723-6CD6-6D05-FB5A4FD2D2FD}"/>
              </a:ext>
            </a:extLst>
          </p:cNvPr>
          <p:cNvPicPr>
            <a:picLocks noChangeAspect="1"/>
          </p:cNvPicPr>
          <p:nvPr/>
        </p:nvPicPr>
        <p:blipFill>
          <a:blip r:embed="rId18">
            <a:duotone>
              <a:schemeClr val="accent3">
                <a:shade val="45000"/>
                <a:satMod val="135000"/>
              </a:schemeClr>
              <a:prstClr val="white"/>
            </a:duotone>
          </a:blip>
          <a:stretch>
            <a:fillRect/>
          </a:stretch>
        </p:blipFill>
        <p:spPr>
          <a:xfrm>
            <a:off x="5447831" y="4093591"/>
            <a:ext cx="256032" cy="256032"/>
          </a:xfrm>
          <a:prstGeom prst="rect">
            <a:avLst/>
          </a:prstGeom>
        </p:spPr>
      </p:pic>
      <p:pic>
        <p:nvPicPr>
          <p:cNvPr id="636" name="Picture 635" descr="Icon&#10;&#10;Description automatically generated">
            <a:extLst>
              <a:ext uri="{FF2B5EF4-FFF2-40B4-BE49-F238E27FC236}">
                <a16:creationId xmlns:a16="http://schemas.microsoft.com/office/drawing/2014/main" id="{E6231F9E-7360-41C7-A442-53DBB76A330D}"/>
              </a:ext>
            </a:extLst>
          </p:cNvPr>
          <p:cNvPicPr>
            <a:picLocks noChangeAspect="1"/>
          </p:cNvPicPr>
          <p:nvPr/>
        </p:nvPicPr>
        <p:blipFill>
          <a:blip r:embed="rId15">
            <a:duotone>
              <a:schemeClr val="accent3">
                <a:shade val="45000"/>
                <a:satMod val="135000"/>
              </a:schemeClr>
              <a:prstClr val="white"/>
            </a:duotone>
          </a:blip>
          <a:stretch>
            <a:fillRect/>
          </a:stretch>
        </p:blipFill>
        <p:spPr>
          <a:xfrm>
            <a:off x="5722473" y="4093591"/>
            <a:ext cx="256032" cy="256032"/>
          </a:xfrm>
          <a:prstGeom prst="rect">
            <a:avLst/>
          </a:prstGeom>
        </p:spPr>
      </p:pic>
      <p:pic>
        <p:nvPicPr>
          <p:cNvPr id="638" name="Picture 637" descr="Icon&#10;&#10;Description automatically generated">
            <a:extLst>
              <a:ext uri="{FF2B5EF4-FFF2-40B4-BE49-F238E27FC236}">
                <a16:creationId xmlns:a16="http://schemas.microsoft.com/office/drawing/2014/main" id="{7BEACFA2-B9B4-E1B8-BD75-67DECF3921B3}"/>
              </a:ext>
            </a:extLst>
          </p:cNvPr>
          <p:cNvPicPr>
            <a:picLocks noChangeAspect="1"/>
          </p:cNvPicPr>
          <p:nvPr/>
        </p:nvPicPr>
        <p:blipFill>
          <a:blip r:embed="rId17">
            <a:duotone>
              <a:schemeClr val="accent3">
                <a:shade val="45000"/>
                <a:satMod val="135000"/>
              </a:schemeClr>
              <a:prstClr val="white"/>
            </a:duotone>
          </a:blip>
          <a:stretch>
            <a:fillRect/>
          </a:stretch>
        </p:blipFill>
        <p:spPr>
          <a:xfrm>
            <a:off x="6271756" y="4093591"/>
            <a:ext cx="256032" cy="256032"/>
          </a:xfrm>
          <a:prstGeom prst="rect">
            <a:avLst/>
          </a:prstGeom>
        </p:spPr>
      </p:pic>
      <p:pic>
        <p:nvPicPr>
          <p:cNvPr id="639" name="Picture 638" descr="Icon&#10;&#10;Description automatically generated">
            <a:extLst>
              <a:ext uri="{FF2B5EF4-FFF2-40B4-BE49-F238E27FC236}">
                <a16:creationId xmlns:a16="http://schemas.microsoft.com/office/drawing/2014/main" id="{28B20FF1-0381-0EF0-D4CC-706203687C81}"/>
              </a:ext>
            </a:extLst>
          </p:cNvPr>
          <p:cNvPicPr>
            <a:picLocks noChangeAspect="1"/>
          </p:cNvPicPr>
          <p:nvPr/>
        </p:nvPicPr>
        <p:blipFill>
          <a:blip r:embed="rId18">
            <a:duotone>
              <a:schemeClr val="accent3">
                <a:shade val="45000"/>
                <a:satMod val="135000"/>
              </a:schemeClr>
              <a:prstClr val="white"/>
            </a:duotone>
          </a:blip>
          <a:stretch>
            <a:fillRect/>
          </a:stretch>
        </p:blipFill>
        <p:spPr>
          <a:xfrm>
            <a:off x="5442941" y="4780792"/>
            <a:ext cx="256032" cy="256032"/>
          </a:xfrm>
          <a:prstGeom prst="rect">
            <a:avLst/>
          </a:prstGeom>
        </p:spPr>
      </p:pic>
      <p:pic>
        <p:nvPicPr>
          <p:cNvPr id="641" name="Picture 640" descr="Icon&#10;&#10;Description automatically generated">
            <a:extLst>
              <a:ext uri="{FF2B5EF4-FFF2-40B4-BE49-F238E27FC236}">
                <a16:creationId xmlns:a16="http://schemas.microsoft.com/office/drawing/2014/main" id="{261AD4B0-7B6A-E4BE-8BD3-D0891F4E4E7E}"/>
              </a:ext>
            </a:extLst>
          </p:cNvPr>
          <p:cNvPicPr>
            <a:picLocks noChangeAspect="1"/>
          </p:cNvPicPr>
          <p:nvPr/>
        </p:nvPicPr>
        <p:blipFill>
          <a:blip r:embed="rId16">
            <a:duotone>
              <a:schemeClr val="accent3">
                <a:shade val="45000"/>
                <a:satMod val="135000"/>
              </a:schemeClr>
              <a:prstClr val="white"/>
            </a:duotone>
          </a:blip>
          <a:stretch>
            <a:fillRect/>
          </a:stretch>
        </p:blipFill>
        <p:spPr>
          <a:xfrm>
            <a:off x="5992225" y="4780792"/>
            <a:ext cx="256032" cy="256032"/>
          </a:xfrm>
          <a:prstGeom prst="rect">
            <a:avLst/>
          </a:prstGeom>
        </p:spPr>
      </p:pic>
      <p:pic>
        <p:nvPicPr>
          <p:cNvPr id="642" name="Picture 641" descr="Icon&#10;&#10;Description automatically generated">
            <a:extLst>
              <a:ext uri="{FF2B5EF4-FFF2-40B4-BE49-F238E27FC236}">
                <a16:creationId xmlns:a16="http://schemas.microsoft.com/office/drawing/2014/main" id="{23E0445D-F192-B981-B71F-A5B8D8817BBE}"/>
              </a:ext>
            </a:extLst>
          </p:cNvPr>
          <p:cNvPicPr>
            <a:picLocks noChangeAspect="1"/>
          </p:cNvPicPr>
          <p:nvPr/>
        </p:nvPicPr>
        <p:blipFill>
          <a:blip r:embed="rId17">
            <a:duotone>
              <a:schemeClr val="accent3">
                <a:shade val="45000"/>
                <a:satMod val="135000"/>
              </a:schemeClr>
              <a:prstClr val="white"/>
            </a:duotone>
          </a:blip>
          <a:stretch>
            <a:fillRect/>
          </a:stretch>
        </p:blipFill>
        <p:spPr>
          <a:xfrm>
            <a:off x="6266866" y="4780792"/>
            <a:ext cx="256032" cy="256032"/>
          </a:xfrm>
          <a:prstGeom prst="rect">
            <a:avLst/>
          </a:prstGeom>
        </p:spPr>
      </p:pic>
      <p:pic>
        <p:nvPicPr>
          <p:cNvPr id="643" name="Picture 642" descr="Icon&#10;&#10;Description automatically generated">
            <a:extLst>
              <a:ext uri="{FF2B5EF4-FFF2-40B4-BE49-F238E27FC236}">
                <a16:creationId xmlns:a16="http://schemas.microsoft.com/office/drawing/2014/main" id="{2BAC41CA-FD45-3F81-4005-7B7DD840C9B2}"/>
              </a:ext>
            </a:extLst>
          </p:cNvPr>
          <p:cNvPicPr>
            <a:picLocks noChangeAspect="1"/>
          </p:cNvPicPr>
          <p:nvPr/>
        </p:nvPicPr>
        <p:blipFill>
          <a:blip r:embed="rId18">
            <a:duotone>
              <a:schemeClr val="accent3">
                <a:shade val="45000"/>
                <a:satMod val="135000"/>
              </a:schemeClr>
              <a:prstClr val="white"/>
            </a:duotone>
          </a:blip>
          <a:stretch>
            <a:fillRect/>
          </a:stretch>
        </p:blipFill>
        <p:spPr>
          <a:xfrm>
            <a:off x="5442941" y="5462126"/>
            <a:ext cx="256032" cy="256032"/>
          </a:xfrm>
          <a:prstGeom prst="rect">
            <a:avLst/>
          </a:prstGeom>
        </p:spPr>
      </p:pic>
      <p:pic>
        <p:nvPicPr>
          <p:cNvPr id="644" name="Picture 643" descr="Icon&#10;&#10;Description automatically generated">
            <a:extLst>
              <a:ext uri="{FF2B5EF4-FFF2-40B4-BE49-F238E27FC236}">
                <a16:creationId xmlns:a16="http://schemas.microsoft.com/office/drawing/2014/main" id="{F7D1D26C-BCA1-15E6-4D53-CFB68E4A64E2}"/>
              </a:ext>
            </a:extLst>
          </p:cNvPr>
          <p:cNvPicPr>
            <a:picLocks noChangeAspect="1"/>
          </p:cNvPicPr>
          <p:nvPr/>
        </p:nvPicPr>
        <p:blipFill>
          <a:blip r:embed="rId15">
            <a:duotone>
              <a:schemeClr val="accent3">
                <a:shade val="45000"/>
                <a:satMod val="135000"/>
              </a:schemeClr>
              <a:prstClr val="white"/>
            </a:duotone>
          </a:blip>
          <a:stretch>
            <a:fillRect/>
          </a:stretch>
        </p:blipFill>
        <p:spPr>
          <a:xfrm>
            <a:off x="5717583" y="5462126"/>
            <a:ext cx="256032" cy="256032"/>
          </a:xfrm>
          <a:prstGeom prst="rect">
            <a:avLst/>
          </a:prstGeom>
        </p:spPr>
      </p:pic>
      <p:pic>
        <p:nvPicPr>
          <p:cNvPr id="645" name="Picture 644" descr="Icon&#10;&#10;Description automatically generated">
            <a:extLst>
              <a:ext uri="{FF2B5EF4-FFF2-40B4-BE49-F238E27FC236}">
                <a16:creationId xmlns:a16="http://schemas.microsoft.com/office/drawing/2014/main" id="{24845823-4AE2-10C6-532B-1AB1880A9167}"/>
              </a:ext>
            </a:extLst>
          </p:cNvPr>
          <p:cNvPicPr>
            <a:picLocks noChangeAspect="1"/>
          </p:cNvPicPr>
          <p:nvPr/>
        </p:nvPicPr>
        <p:blipFill>
          <a:blip r:embed="rId16">
            <a:duotone>
              <a:schemeClr val="accent3">
                <a:shade val="45000"/>
                <a:satMod val="135000"/>
              </a:schemeClr>
              <a:prstClr val="white"/>
            </a:duotone>
          </a:blip>
          <a:stretch>
            <a:fillRect/>
          </a:stretch>
        </p:blipFill>
        <p:spPr>
          <a:xfrm>
            <a:off x="5992225" y="5462126"/>
            <a:ext cx="256032" cy="256032"/>
          </a:xfrm>
          <a:prstGeom prst="rect">
            <a:avLst/>
          </a:prstGeom>
        </p:spPr>
      </p:pic>
      <p:grpSp>
        <p:nvGrpSpPr>
          <p:cNvPr id="647" name="Group 646">
            <a:extLst>
              <a:ext uri="{FF2B5EF4-FFF2-40B4-BE49-F238E27FC236}">
                <a16:creationId xmlns:a16="http://schemas.microsoft.com/office/drawing/2014/main" id="{4B757FA3-1080-2EF1-8C51-CCF9FEB087FB}"/>
              </a:ext>
            </a:extLst>
          </p:cNvPr>
          <p:cNvGrpSpPr/>
          <p:nvPr/>
        </p:nvGrpSpPr>
        <p:grpSpPr>
          <a:xfrm>
            <a:off x="6713785" y="1366679"/>
            <a:ext cx="1097280" cy="274320"/>
            <a:chOff x="2843974" y="1366323"/>
            <a:chExt cx="1097280" cy="274320"/>
          </a:xfrm>
        </p:grpSpPr>
        <p:pic>
          <p:nvPicPr>
            <p:cNvPr id="648" name="Picture 647" descr="Icon&#10;&#10;Description automatically generated">
              <a:extLst>
                <a:ext uri="{FF2B5EF4-FFF2-40B4-BE49-F238E27FC236}">
                  <a16:creationId xmlns:a16="http://schemas.microsoft.com/office/drawing/2014/main" id="{F6D2D202-16E0-6733-1504-542C75F2DC1B}"/>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649" name="Picture 648" descr="A picture containing text, sign, outdoor, clipart&#10;&#10;Description automatically generated">
              <a:extLst>
                <a:ext uri="{FF2B5EF4-FFF2-40B4-BE49-F238E27FC236}">
                  <a16:creationId xmlns:a16="http://schemas.microsoft.com/office/drawing/2014/main" id="{6713887E-C2F0-797C-4860-742FCB54E0DF}"/>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650" name="Picture 649" descr="Icon&#10;&#10;Description automatically generated">
              <a:extLst>
                <a:ext uri="{FF2B5EF4-FFF2-40B4-BE49-F238E27FC236}">
                  <a16:creationId xmlns:a16="http://schemas.microsoft.com/office/drawing/2014/main" id="{06DFD7F8-E5BF-913A-0775-C61EBEC61845}"/>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651" name="Picture 650" descr="Icon&#10;&#10;Description automatically generated">
              <a:extLst>
                <a:ext uri="{FF2B5EF4-FFF2-40B4-BE49-F238E27FC236}">
                  <a16:creationId xmlns:a16="http://schemas.microsoft.com/office/drawing/2014/main" id="{E4A64CF8-10E4-D7A5-9CB6-C68663095B02}"/>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652" name="Group 651">
            <a:extLst>
              <a:ext uri="{FF2B5EF4-FFF2-40B4-BE49-F238E27FC236}">
                <a16:creationId xmlns:a16="http://schemas.microsoft.com/office/drawing/2014/main" id="{3CE12247-30F7-2743-FBAC-AFAF305ED84E}"/>
              </a:ext>
            </a:extLst>
          </p:cNvPr>
          <p:cNvGrpSpPr/>
          <p:nvPr/>
        </p:nvGrpSpPr>
        <p:grpSpPr>
          <a:xfrm>
            <a:off x="6713785" y="2047460"/>
            <a:ext cx="1097280" cy="274320"/>
            <a:chOff x="2843974" y="2047104"/>
            <a:chExt cx="1097280" cy="274320"/>
          </a:xfrm>
        </p:grpSpPr>
        <p:pic>
          <p:nvPicPr>
            <p:cNvPr id="653" name="Picture 652" descr="Icon&#10;&#10;Description automatically generated">
              <a:extLst>
                <a:ext uri="{FF2B5EF4-FFF2-40B4-BE49-F238E27FC236}">
                  <a16:creationId xmlns:a16="http://schemas.microsoft.com/office/drawing/2014/main" id="{D50C97C5-8D0A-0FFE-90BD-F12F68F5CD56}"/>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654" name="Picture 653" descr="A picture containing text, sign, outdoor, clipart&#10;&#10;Description automatically generated">
              <a:extLst>
                <a:ext uri="{FF2B5EF4-FFF2-40B4-BE49-F238E27FC236}">
                  <a16:creationId xmlns:a16="http://schemas.microsoft.com/office/drawing/2014/main" id="{565FDA3C-8A6D-E60A-9791-982BB8E9C9ED}"/>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655" name="Picture 654" descr="Icon&#10;&#10;Description automatically generated">
              <a:extLst>
                <a:ext uri="{FF2B5EF4-FFF2-40B4-BE49-F238E27FC236}">
                  <a16:creationId xmlns:a16="http://schemas.microsoft.com/office/drawing/2014/main" id="{AB435681-EACC-EBA3-FB06-BC5AB7D82267}"/>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656" name="Picture 655" descr="Icon&#10;&#10;Description automatically generated">
              <a:extLst>
                <a:ext uri="{FF2B5EF4-FFF2-40B4-BE49-F238E27FC236}">
                  <a16:creationId xmlns:a16="http://schemas.microsoft.com/office/drawing/2014/main" id="{74CD4727-5D36-5077-8CD6-490F59A7158B}"/>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657" name="Group 656">
            <a:extLst>
              <a:ext uri="{FF2B5EF4-FFF2-40B4-BE49-F238E27FC236}">
                <a16:creationId xmlns:a16="http://schemas.microsoft.com/office/drawing/2014/main" id="{32A62884-4861-3DE4-91E6-362A96426803}"/>
              </a:ext>
            </a:extLst>
          </p:cNvPr>
          <p:cNvGrpSpPr/>
          <p:nvPr/>
        </p:nvGrpSpPr>
        <p:grpSpPr>
          <a:xfrm>
            <a:off x="6713785" y="2728241"/>
            <a:ext cx="1097280" cy="274320"/>
            <a:chOff x="2843974" y="2727885"/>
            <a:chExt cx="1097280" cy="274320"/>
          </a:xfrm>
        </p:grpSpPr>
        <p:pic>
          <p:nvPicPr>
            <p:cNvPr id="658" name="Picture 657" descr="Icon&#10;&#10;Description automatically generated">
              <a:extLst>
                <a:ext uri="{FF2B5EF4-FFF2-40B4-BE49-F238E27FC236}">
                  <a16:creationId xmlns:a16="http://schemas.microsoft.com/office/drawing/2014/main" id="{F98E764E-E7E8-72E1-74C3-191B35E20598}"/>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659" name="Picture 658" descr="A picture containing text, sign, outdoor, clipart&#10;&#10;Description automatically generated">
              <a:extLst>
                <a:ext uri="{FF2B5EF4-FFF2-40B4-BE49-F238E27FC236}">
                  <a16:creationId xmlns:a16="http://schemas.microsoft.com/office/drawing/2014/main" id="{90788D8A-3D77-3F6C-5A68-88BC97B72C7C}"/>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660" name="Picture 659" descr="Icon&#10;&#10;Description automatically generated">
              <a:extLst>
                <a:ext uri="{FF2B5EF4-FFF2-40B4-BE49-F238E27FC236}">
                  <a16:creationId xmlns:a16="http://schemas.microsoft.com/office/drawing/2014/main" id="{771B9D7D-2A69-236C-B017-0C4544937B56}"/>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661" name="Picture 660" descr="Icon&#10;&#10;Description automatically generated">
              <a:extLst>
                <a:ext uri="{FF2B5EF4-FFF2-40B4-BE49-F238E27FC236}">
                  <a16:creationId xmlns:a16="http://schemas.microsoft.com/office/drawing/2014/main" id="{9BE2C0EC-A7B4-03CC-6FFD-F1A5B791AA71}"/>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662" name="Group 661">
            <a:extLst>
              <a:ext uri="{FF2B5EF4-FFF2-40B4-BE49-F238E27FC236}">
                <a16:creationId xmlns:a16="http://schemas.microsoft.com/office/drawing/2014/main" id="{54F30BC5-82F4-9055-59A3-829143638AD7}"/>
              </a:ext>
            </a:extLst>
          </p:cNvPr>
          <p:cNvGrpSpPr/>
          <p:nvPr/>
        </p:nvGrpSpPr>
        <p:grpSpPr>
          <a:xfrm>
            <a:off x="6713785" y="3409022"/>
            <a:ext cx="1097280" cy="274382"/>
            <a:chOff x="2843974" y="3408666"/>
            <a:chExt cx="1097280" cy="274382"/>
          </a:xfrm>
        </p:grpSpPr>
        <p:pic>
          <p:nvPicPr>
            <p:cNvPr id="663" name="Picture 662" descr="Icon&#10;&#10;Description automatically generated">
              <a:extLst>
                <a:ext uri="{FF2B5EF4-FFF2-40B4-BE49-F238E27FC236}">
                  <a16:creationId xmlns:a16="http://schemas.microsoft.com/office/drawing/2014/main" id="{A7E19BF0-C2D1-1E91-E17B-09F708CF5B0E}"/>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664" name="Picture 663" descr="A picture containing text, sign, outdoor, clipart&#10;&#10;Description automatically generated">
              <a:extLst>
                <a:ext uri="{FF2B5EF4-FFF2-40B4-BE49-F238E27FC236}">
                  <a16:creationId xmlns:a16="http://schemas.microsoft.com/office/drawing/2014/main" id="{8AFB2D4F-0B25-945F-EF05-CE019F0F128B}"/>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665" name="Picture 664" descr="Icon&#10;&#10;Description automatically generated">
              <a:extLst>
                <a:ext uri="{FF2B5EF4-FFF2-40B4-BE49-F238E27FC236}">
                  <a16:creationId xmlns:a16="http://schemas.microsoft.com/office/drawing/2014/main" id="{E1D27B3B-42AB-F9FD-918C-EACC97F186F0}"/>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666" name="Picture 665" descr="Icon&#10;&#10;Description automatically generated">
              <a:extLst>
                <a:ext uri="{FF2B5EF4-FFF2-40B4-BE49-F238E27FC236}">
                  <a16:creationId xmlns:a16="http://schemas.microsoft.com/office/drawing/2014/main" id="{7D8D2035-6092-9C36-C314-42D93F9294F0}"/>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667" name="Group 666">
            <a:extLst>
              <a:ext uri="{FF2B5EF4-FFF2-40B4-BE49-F238E27FC236}">
                <a16:creationId xmlns:a16="http://schemas.microsoft.com/office/drawing/2014/main" id="{87E50238-0346-063E-8ED8-418F02B6257F}"/>
              </a:ext>
            </a:extLst>
          </p:cNvPr>
          <p:cNvGrpSpPr/>
          <p:nvPr/>
        </p:nvGrpSpPr>
        <p:grpSpPr>
          <a:xfrm>
            <a:off x="6713785" y="4089803"/>
            <a:ext cx="1097280" cy="274320"/>
            <a:chOff x="2843974" y="4089447"/>
            <a:chExt cx="1097280" cy="274320"/>
          </a:xfrm>
        </p:grpSpPr>
        <p:pic>
          <p:nvPicPr>
            <p:cNvPr id="668" name="Picture 667" descr="Icon&#10;&#10;Description automatically generated">
              <a:extLst>
                <a:ext uri="{FF2B5EF4-FFF2-40B4-BE49-F238E27FC236}">
                  <a16:creationId xmlns:a16="http://schemas.microsoft.com/office/drawing/2014/main" id="{E007E1ED-7623-377A-EEFB-759638EF4A59}"/>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669" name="Picture 668" descr="A picture containing text, sign, outdoor, clipart&#10;&#10;Description automatically generated">
              <a:extLst>
                <a:ext uri="{FF2B5EF4-FFF2-40B4-BE49-F238E27FC236}">
                  <a16:creationId xmlns:a16="http://schemas.microsoft.com/office/drawing/2014/main" id="{75FAAA25-BD0E-44FB-54B7-3E8F3812FBE9}"/>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670" name="Picture 669" descr="Icon&#10;&#10;Description automatically generated">
              <a:extLst>
                <a:ext uri="{FF2B5EF4-FFF2-40B4-BE49-F238E27FC236}">
                  <a16:creationId xmlns:a16="http://schemas.microsoft.com/office/drawing/2014/main" id="{1DB2A1CA-1578-AB49-6AD6-43F09627A644}"/>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671" name="Picture 670" descr="Icon&#10;&#10;Description automatically generated">
              <a:extLst>
                <a:ext uri="{FF2B5EF4-FFF2-40B4-BE49-F238E27FC236}">
                  <a16:creationId xmlns:a16="http://schemas.microsoft.com/office/drawing/2014/main" id="{B5F8C191-69D6-BE1F-926A-93185D5743FD}"/>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672" name="Group 671">
            <a:extLst>
              <a:ext uri="{FF2B5EF4-FFF2-40B4-BE49-F238E27FC236}">
                <a16:creationId xmlns:a16="http://schemas.microsoft.com/office/drawing/2014/main" id="{322008F8-7E58-8563-D868-40762170ABAD}"/>
              </a:ext>
            </a:extLst>
          </p:cNvPr>
          <p:cNvGrpSpPr/>
          <p:nvPr/>
        </p:nvGrpSpPr>
        <p:grpSpPr>
          <a:xfrm>
            <a:off x="6713785" y="4770584"/>
            <a:ext cx="1097280" cy="274320"/>
            <a:chOff x="2843974" y="4770228"/>
            <a:chExt cx="1097280" cy="274320"/>
          </a:xfrm>
        </p:grpSpPr>
        <p:pic>
          <p:nvPicPr>
            <p:cNvPr id="673" name="Picture 672" descr="Icon&#10;&#10;Description automatically generated">
              <a:extLst>
                <a:ext uri="{FF2B5EF4-FFF2-40B4-BE49-F238E27FC236}">
                  <a16:creationId xmlns:a16="http://schemas.microsoft.com/office/drawing/2014/main" id="{B25C5279-1B18-7768-C6EA-066D9951377C}"/>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674" name="Picture 673" descr="A picture containing text, sign, outdoor, clipart&#10;&#10;Description automatically generated">
              <a:extLst>
                <a:ext uri="{FF2B5EF4-FFF2-40B4-BE49-F238E27FC236}">
                  <a16:creationId xmlns:a16="http://schemas.microsoft.com/office/drawing/2014/main" id="{979194F3-7E63-6B7E-E42B-4994361CBCF5}"/>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675" name="Picture 674" descr="Icon&#10;&#10;Description automatically generated">
              <a:extLst>
                <a:ext uri="{FF2B5EF4-FFF2-40B4-BE49-F238E27FC236}">
                  <a16:creationId xmlns:a16="http://schemas.microsoft.com/office/drawing/2014/main" id="{5ED5F122-2733-EABE-F060-731DFAE93762}"/>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676" name="Picture 675" descr="Icon&#10;&#10;Description automatically generated">
              <a:extLst>
                <a:ext uri="{FF2B5EF4-FFF2-40B4-BE49-F238E27FC236}">
                  <a16:creationId xmlns:a16="http://schemas.microsoft.com/office/drawing/2014/main" id="{E40B73B4-53A5-C5FC-C3B1-D419D058459E}"/>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677" name="Group 676">
            <a:extLst>
              <a:ext uri="{FF2B5EF4-FFF2-40B4-BE49-F238E27FC236}">
                <a16:creationId xmlns:a16="http://schemas.microsoft.com/office/drawing/2014/main" id="{1E22660F-78A1-DBC1-BEB7-6B045234E9A9}"/>
              </a:ext>
            </a:extLst>
          </p:cNvPr>
          <p:cNvGrpSpPr/>
          <p:nvPr/>
        </p:nvGrpSpPr>
        <p:grpSpPr>
          <a:xfrm>
            <a:off x="6713785" y="5451365"/>
            <a:ext cx="1097280" cy="274320"/>
            <a:chOff x="2843974" y="5451009"/>
            <a:chExt cx="1097280" cy="274320"/>
          </a:xfrm>
        </p:grpSpPr>
        <p:pic>
          <p:nvPicPr>
            <p:cNvPr id="678" name="Picture 677" descr="Icon&#10;&#10;Description automatically generated">
              <a:extLst>
                <a:ext uri="{FF2B5EF4-FFF2-40B4-BE49-F238E27FC236}">
                  <a16:creationId xmlns:a16="http://schemas.microsoft.com/office/drawing/2014/main" id="{1D57BD95-B7FA-916D-9874-CDC59A50F699}"/>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679" name="Picture 678" descr="A picture containing text, sign, outdoor, clipart&#10;&#10;Description automatically generated">
              <a:extLst>
                <a:ext uri="{FF2B5EF4-FFF2-40B4-BE49-F238E27FC236}">
                  <a16:creationId xmlns:a16="http://schemas.microsoft.com/office/drawing/2014/main" id="{E3C18B0B-65FD-1252-2D91-8910D247B957}"/>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680" name="Picture 679" descr="Icon&#10;&#10;Description automatically generated">
              <a:extLst>
                <a:ext uri="{FF2B5EF4-FFF2-40B4-BE49-F238E27FC236}">
                  <a16:creationId xmlns:a16="http://schemas.microsoft.com/office/drawing/2014/main" id="{CE28C162-3517-F9F5-BF74-3E3A14CFA2BD}"/>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681" name="Picture 680" descr="Icon&#10;&#10;Description automatically generated">
              <a:extLst>
                <a:ext uri="{FF2B5EF4-FFF2-40B4-BE49-F238E27FC236}">
                  <a16:creationId xmlns:a16="http://schemas.microsoft.com/office/drawing/2014/main" id="{7024FB6D-FE2A-7157-9E79-1C148976EF14}"/>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682" name="Picture 681" descr="Icon&#10;&#10;Description automatically generated">
            <a:extLst>
              <a:ext uri="{FF2B5EF4-FFF2-40B4-BE49-F238E27FC236}">
                <a16:creationId xmlns:a16="http://schemas.microsoft.com/office/drawing/2014/main" id="{A878DD11-EE72-1303-4E23-806548D7BFCC}"/>
              </a:ext>
            </a:extLst>
          </p:cNvPr>
          <p:cNvPicPr>
            <a:picLocks noChangeAspect="1"/>
          </p:cNvPicPr>
          <p:nvPr/>
        </p:nvPicPr>
        <p:blipFill>
          <a:blip r:embed="rId18">
            <a:duotone>
              <a:schemeClr val="accent3">
                <a:shade val="45000"/>
                <a:satMod val="135000"/>
              </a:schemeClr>
              <a:prstClr val="white"/>
            </a:duotone>
          </a:blip>
          <a:stretch>
            <a:fillRect/>
          </a:stretch>
        </p:blipFill>
        <p:spPr>
          <a:xfrm>
            <a:off x="6722929" y="1371507"/>
            <a:ext cx="256032" cy="256032"/>
          </a:xfrm>
          <a:prstGeom prst="rect">
            <a:avLst/>
          </a:prstGeom>
        </p:spPr>
      </p:pic>
      <p:pic>
        <p:nvPicPr>
          <p:cNvPr id="684" name="Picture 683" descr="Icon&#10;&#10;Description automatically generated">
            <a:extLst>
              <a:ext uri="{FF2B5EF4-FFF2-40B4-BE49-F238E27FC236}">
                <a16:creationId xmlns:a16="http://schemas.microsoft.com/office/drawing/2014/main" id="{2186C9C0-8562-5F96-6A05-411B3433F0AA}"/>
              </a:ext>
            </a:extLst>
          </p:cNvPr>
          <p:cNvPicPr>
            <a:picLocks noChangeAspect="1"/>
          </p:cNvPicPr>
          <p:nvPr/>
        </p:nvPicPr>
        <p:blipFill>
          <a:blip r:embed="rId16">
            <a:duotone>
              <a:schemeClr val="accent3">
                <a:shade val="45000"/>
                <a:satMod val="135000"/>
              </a:schemeClr>
              <a:prstClr val="white"/>
            </a:duotone>
          </a:blip>
          <a:stretch>
            <a:fillRect/>
          </a:stretch>
        </p:blipFill>
        <p:spPr>
          <a:xfrm>
            <a:off x="7272213" y="1371507"/>
            <a:ext cx="256032" cy="256032"/>
          </a:xfrm>
          <a:prstGeom prst="rect">
            <a:avLst/>
          </a:prstGeom>
        </p:spPr>
      </p:pic>
      <p:pic>
        <p:nvPicPr>
          <p:cNvPr id="685" name="Picture 684" descr="Icon&#10;&#10;Description automatically generated">
            <a:extLst>
              <a:ext uri="{FF2B5EF4-FFF2-40B4-BE49-F238E27FC236}">
                <a16:creationId xmlns:a16="http://schemas.microsoft.com/office/drawing/2014/main" id="{06032F35-F035-BCA2-4AAF-C6A5FD890C0E}"/>
              </a:ext>
            </a:extLst>
          </p:cNvPr>
          <p:cNvPicPr>
            <a:picLocks noChangeAspect="1"/>
          </p:cNvPicPr>
          <p:nvPr/>
        </p:nvPicPr>
        <p:blipFill>
          <a:blip r:embed="rId17">
            <a:duotone>
              <a:schemeClr val="accent3">
                <a:shade val="45000"/>
                <a:satMod val="135000"/>
              </a:schemeClr>
              <a:prstClr val="white"/>
            </a:duotone>
          </a:blip>
          <a:stretch>
            <a:fillRect/>
          </a:stretch>
        </p:blipFill>
        <p:spPr>
          <a:xfrm>
            <a:off x="7546854" y="1371507"/>
            <a:ext cx="256032" cy="256032"/>
          </a:xfrm>
          <a:prstGeom prst="rect">
            <a:avLst/>
          </a:prstGeom>
        </p:spPr>
      </p:pic>
      <p:pic>
        <p:nvPicPr>
          <p:cNvPr id="687" name="Picture 686" descr="Icon&#10;&#10;Description automatically generated">
            <a:extLst>
              <a:ext uri="{FF2B5EF4-FFF2-40B4-BE49-F238E27FC236}">
                <a16:creationId xmlns:a16="http://schemas.microsoft.com/office/drawing/2014/main" id="{EFBF3851-B0DE-F5FF-01CA-F4332AA8FD17}"/>
              </a:ext>
            </a:extLst>
          </p:cNvPr>
          <p:cNvPicPr>
            <a:picLocks noChangeAspect="1"/>
          </p:cNvPicPr>
          <p:nvPr/>
        </p:nvPicPr>
        <p:blipFill>
          <a:blip r:embed="rId15">
            <a:duotone>
              <a:schemeClr val="accent3">
                <a:shade val="45000"/>
                <a:satMod val="135000"/>
              </a:schemeClr>
              <a:prstClr val="white"/>
            </a:duotone>
          </a:blip>
          <a:stretch>
            <a:fillRect/>
          </a:stretch>
        </p:blipFill>
        <p:spPr>
          <a:xfrm>
            <a:off x="6993882" y="2060598"/>
            <a:ext cx="256032" cy="256032"/>
          </a:xfrm>
          <a:prstGeom prst="rect">
            <a:avLst/>
          </a:prstGeom>
        </p:spPr>
      </p:pic>
      <p:pic>
        <p:nvPicPr>
          <p:cNvPr id="688" name="Picture 687" descr="Icon&#10;&#10;Description automatically generated">
            <a:extLst>
              <a:ext uri="{FF2B5EF4-FFF2-40B4-BE49-F238E27FC236}">
                <a16:creationId xmlns:a16="http://schemas.microsoft.com/office/drawing/2014/main" id="{88C81C5D-79F5-1DA6-9096-2250C3466E56}"/>
              </a:ext>
            </a:extLst>
          </p:cNvPr>
          <p:cNvPicPr>
            <a:picLocks noChangeAspect="1"/>
          </p:cNvPicPr>
          <p:nvPr/>
        </p:nvPicPr>
        <p:blipFill>
          <a:blip r:embed="rId16">
            <a:duotone>
              <a:schemeClr val="accent3">
                <a:shade val="45000"/>
                <a:satMod val="135000"/>
              </a:schemeClr>
              <a:prstClr val="white"/>
            </a:duotone>
          </a:blip>
          <a:stretch>
            <a:fillRect/>
          </a:stretch>
        </p:blipFill>
        <p:spPr>
          <a:xfrm>
            <a:off x="7268524" y="2060598"/>
            <a:ext cx="256032" cy="256032"/>
          </a:xfrm>
          <a:prstGeom prst="rect">
            <a:avLst/>
          </a:prstGeom>
        </p:spPr>
      </p:pic>
      <p:pic>
        <p:nvPicPr>
          <p:cNvPr id="689" name="Picture 688" descr="Icon&#10;&#10;Description automatically generated">
            <a:extLst>
              <a:ext uri="{FF2B5EF4-FFF2-40B4-BE49-F238E27FC236}">
                <a16:creationId xmlns:a16="http://schemas.microsoft.com/office/drawing/2014/main" id="{22DE44A2-323F-25DB-3A05-DBEC059A2DC2}"/>
              </a:ext>
            </a:extLst>
          </p:cNvPr>
          <p:cNvPicPr>
            <a:picLocks noChangeAspect="1"/>
          </p:cNvPicPr>
          <p:nvPr/>
        </p:nvPicPr>
        <p:blipFill>
          <a:blip r:embed="rId17">
            <a:duotone>
              <a:schemeClr val="accent3">
                <a:shade val="45000"/>
                <a:satMod val="135000"/>
              </a:schemeClr>
              <a:prstClr val="white"/>
            </a:duotone>
          </a:blip>
          <a:stretch>
            <a:fillRect/>
          </a:stretch>
        </p:blipFill>
        <p:spPr>
          <a:xfrm>
            <a:off x="7543165" y="2060598"/>
            <a:ext cx="256032" cy="256032"/>
          </a:xfrm>
          <a:prstGeom prst="rect">
            <a:avLst/>
          </a:prstGeom>
        </p:spPr>
      </p:pic>
      <p:pic>
        <p:nvPicPr>
          <p:cNvPr id="690" name="Picture 689" descr="Icon&#10;&#10;Description automatically generated">
            <a:extLst>
              <a:ext uri="{FF2B5EF4-FFF2-40B4-BE49-F238E27FC236}">
                <a16:creationId xmlns:a16="http://schemas.microsoft.com/office/drawing/2014/main" id="{1C6F5EF8-593C-1AF2-2817-E479A1F9D136}"/>
              </a:ext>
            </a:extLst>
          </p:cNvPr>
          <p:cNvPicPr>
            <a:picLocks noChangeAspect="1"/>
          </p:cNvPicPr>
          <p:nvPr/>
        </p:nvPicPr>
        <p:blipFill>
          <a:blip r:embed="rId18">
            <a:duotone>
              <a:schemeClr val="accent3">
                <a:shade val="45000"/>
                <a:satMod val="135000"/>
              </a:schemeClr>
              <a:prstClr val="white"/>
            </a:duotone>
          </a:blip>
          <a:stretch>
            <a:fillRect/>
          </a:stretch>
        </p:blipFill>
        <p:spPr>
          <a:xfrm>
            <a:off x="6718431" y="2741932"/>
            <a:ext cx="256032" cy="256032"/>
          </a:xfrm>
          <a:prstGeom prst="rect">
            <a:avLst/>
          </a:prstGeom>
        </p:spPr>
      </p:pic>
      <p:pic>
        <p:nvPicPr>
          <p:cNvPr id="691" name="Picture 690" descr="Icon&#10;&#10;Description automatically generated">
            <a:extLst>
              <a:ext uri="{FF2B5EF4-FFF2-40B4-BE49-F238E27FC236}">
                <a16:creationId xmlns:a16="http://schemas.microsoft.com/office/drawing/2014/main" id="{046A4F3B-AFF6-7685-E952-F3C23DC506F6}"/>
              </a:ext>
            </a:extLst>
          </p:cNvPr>
          <p:cNvPicPr>
            <a:picLocks noChangeAspect="1"/>
          </p:cNvPicPr>
          <p:nvPr/>
        </p:nvPicPr>
        <p:blipFill>
          <a:blip r:embed="rId15">
            <a:duotone>
              <a:schemeClr val="accent3">
                <a:shade val="45000"/>
                <a:satMod val="135000"/>
              </a:schemeClr>
              <a:prstClr val="white"/>
            </a:duotone>
          </a:blip>
          <a:stretch>
            <a:fillRect/>
          </a:stretch>
        </p:blipFill>
        <p:spPr>
          <a:xfrm>
            <a:off x="6993073" y="2741932"/>
            <a:ext cx="256032" cy="256032"/>
          </a:xfrm>
          <a:prstGeom prst="rect">
            <a:avLst/>
          </a:prstGeom>
        </p:spPr>
      </p:pic>
      <p:pic>
        <p:nvPicPr>
          <p:cNvPr id="692" name="Picture 691" descr="Icon&#10;&#10;Description automatically generated">
            <a:extLst>
              <a:ext uri="{FF2B5EF4-FFF2-40B4-BE49-F238E27FC236}">
                <a16:creationId xmlns:a16="http://schemas.microsoft.com/office/drawing/2014/main" id="{44D9D152-3583-0983-15EF-385DAD1DA5D3}"/>
              </a:ext>
            </a:extLst>
          </p:cNvPr>
          <p:cNvPicPr>
            <a:picLocks noChangeAspect="1"/>
          </p:cNvPicPr>
          <p:nvPr/>
        </p:nvPicPr>
        <p:blipFill>
          <a:blip r:embed="rId16">
            <a:duotone>
              <a:schemeClr val="accent3">
                <a:shade val="45000"/>
                <a:satMod val="135000"/>
              </a:schemeClr>
              <a:prstClr val="white"/>
            </a:duotone>
          </a:blip>
          <a:stretch>
            <a:fillRect/>
          </a:stretch>
        </p:blipFill>
        <p:spPr>
          <a:xfrm>
            <a:off x="7267715" y="2741932"/>
            <a:ext cx="256032" cy="256032"/>
          </a:xfrm>
          <a:prstGeom prst="rect">
            <a:avLst/>
          </a:prstGeom>
        </p:spPr>
      </p:pic>
      <p:pic>
        <p:nvPicPr>
          <p:cNvPr id="693" name="Picture 692" descr="Icon&#10;&#10;Description automatically generated">
            <a:extLst>
              <a:ext uri="{FF2B5EF4-FFF2-40B4-BE49-F238E27FC236}">
                <a16:creationId xmlns:a16="http://schemas.microsoft.com/office/drawing/2014/main" id="{2BA5A781-8CE9-2126-3D9C-9414F568CEF3}"/>
              </a:ext>
            </a:extLst>
          </p:cNvPr>
          <p:cNvPicPr>
            <a:picLocks noChangeAspect="1"/>
          </p:cNvPicPr>
          <p:nvPr/>
        </p:nvPicPr>
        <p:blipFill>
          <a:blip r:embed="rId17">
            <a:duotone>
              <a:schemeClr val="accent3">
                <a:shade val="45000"/>
                <a:satMod val="135000"/>
              </a:schemeClr>
              <a:prstClr val="white"/>
            </a:duotone>
          </a:blip>
          <a:stretch>
            <a:fillRect/>
          </a:stretch>
        </p:blipFill>
        <p:spPr>
          <a:xfrm>
            <a:off x="7542356" y="2741932"/>
            <a:ext cx="256032" cy="256032"/>
          </a:xfrm>
          <a:prstGeom prst="rect">
            <a:avLst/>
          </a:prstGeom>
        </p:spPr>
      </p:pic>
      <p:pic>
        <p:nvPicPr>
          <p:cNvPr id="694" name="Picture 693" descr="Icon&#10;&#10;Description automatically generated">
            <a:extLst>
              <a:ext uri="{FF2B5EF4-FFF2-40B4-BE49-F238E27FC236}">
                <a16:creationId xmlns:a16="http://schemas.microsoft.com/office/drawing/2014/main" id="{9B21BABD-D356-ED80-DA84-5A8FFA457904}"/>
              </a:ext>
            </a:extLst>
          </p:cNvPr>
          <p:cNvPicPr>
            <a:picLocks noChangeAspect="1"/>
          </p:cNvPicPr>
          <p:nvPr/>
        </p:nvPicPr>
        <p:blipFill>
          <a:blip r:embed="rId18">
            <a:duotone>
              <a:schemeClr val="accent3">
                <a:shade val="45000"/>
                <a:satMod val="135000"/>
              </a:schemeClr>
              <a:prstClr val="white"/>
            </a:duotone>
          </a:blip>
          <a:stretch>
            <a:fillRect/>
          </a:stretch>
        </p:blipFill>
        <p:spPr>
          <a:xfrm>
            <a:off x="6719240" y="3420910"/>
            <a:ext cx="256032" cy="256032"/>
          </a:xfrm>
          <a:prstGeom prst="rect">
            <a:avLst/>
          </a:prstGeom>
        </p:spPr>
      </p:pic>
      <p:pic>
        <p:nvPicPr>
          <p:cNvPr id="696" name="Picture 695" descr="Icon&#10;&#10;Description automatically generated">
            <a:extLst>
              <a:ext uri="{FF2B5EF4-FFF2-40B4-BE49-F238E27FC236}">
                <a16:creationId xmlns:a16="http://schemas.microsoft.com/office/drawing/2014/main" id="{D4CD238F-2041-7B0B-497A-9C5D2DDD1BBE}"/>
              </a:ext>
            </a:extLst>
          </p:cNvPr>
          <p:cNvPicPr>
            <a:picLocks noChangeAspect="1"/>
          </p:cNvPicPr>
          <p:nvPr/>
        </p:nvPicPr>
        <p:blipFill>
          <a:blip r:embed="rId16">
            <a:duotone>
              <a:schemeClr val="accent3">
                <a:shade val="45000"/>
                <a:satMod val="135000"/>
              </a:schemeClr>
              <a:prstClr val="white"/>
            </a:duotone>
          </a:blip>
          <a:stretch>
            <a:fillRect/>
          </a:stretch>
        </p:blipFill>
        <p:spPr>
          <a:xfrm>
            <a:off x="7268524" y="3420910"/>
            <a:ext cx="256032" cy="256032"/>
          </a:xfrm>
          <a:prstGeom prst="rect">
            <a:avLst/>
          </a:prstGeom>
        </p:spPr>
      </p:pic>
      <p:pic>
        <p:nvPicPr>
          <p:cNvPr id="697" name="Picture 696" descr="Icon&#10;&#10;Description automatically generated">
            <a:extLst>
              <a:ext uri="{FF2B5EF4-FFF2-40B4-BE49-F238E27FC236}">
                <a16:creationId xmlns:a16="http://schemas.microsoft.com/office/drawing/2014/main" id="{E8D3924B-1751-F680-ECB6-4501BD05ADBE}"/>
              </a:ext>
            </a:extLst>
          </p:cNvPr>
          <p:cNvPicPr>
            <a:picLocks noChangeAspect="1"/>
          </p:cNvPicPr>
          <p:nvPr/>
        </p:nvPicPr>
        <p:blipFill>
          <a:blip r:embed="rId17">
            <a:duotone>
              <a:schemeClr val="accent3">
                <a:shade val="45000"/>
                <a:satMod val="135000"/>
              </a:schemeClr>
              <a:prstClr val="white"/>
            </a:duotone>
          </a:blip>
          <a:stretch>
            <a:fillRect/>
          </a:stretch>
        </p:blipFill>
        <p:spPr>
          <a:xfrm>
            <a:off x="7543165" y="3420910"/>
            <a:ext cx="256032" cy="256032"/>
          </a:xfrm>
          <a:prstGeom prst="rect">
            <a:avLst/>
          </a:prstGeom>
        </p:spPr>
      </p:pic>
      <p:pic>
        <p:nvPicPr>
          <p:cNvPr id="698" name="Picture 697" descr="Icon&#10;&#10;Description automatically generated">
            <a:extLst>
              <a:ext uri="{FF2B5EF4-FFF2-40B4-BE49-F238E27FC236}">
                <a16:creationId xmlns:a16="http://schemas.microsoft.com/office/drawing/2014/main" id="{933B7260-F0FE-C286-427D-11CCFBAAF7BC}"/>
              </a:ext>
            </a:extLst>
          </p:cNvPr>
          <p:cNvPicPr>
            <a:picLocks noChangeAspect="1"/>
          </p:cNvPicPr>
          <p:nvPr/>
        </p:nvPicPr>
        <p:blipFill>
          <a:blip r:embed="rId18">
            <a:duotone>
              <a:schemeClr val="accent3">
                <a:shade val="45000"/>
                <a:satMod val="135000"/>
              </a:schemeClr>
              <a:prstClr val="white"/>
            </a:duotone>
          </a:blip>
          <a:stretch>
            <a:fillRect/>
          </a:stretch>
        </p:blipFill>
        <p:spPr>
          <a:xfrm>
            <a:off x="6731108" y="4096781"/>
            <a:ext cx="256032" cy="256032"/>
          </a:xfrm>
          <a:prstGeom prst="rect">
            <a:avLst/>
          </a:prstGeom>
        </p:spPr>
      </p:pic>
      <p:pic>
        <p:nvPicPr>
          <p:cNvPr id="700" name="Picture 699" descr="Icon&#10;&#10;Description automatically generated">
            <a:extLst>
              <a:ext uri="{FF2B5EF4-FFF2-40B4-BE49-F238E27FC236}">
                <a16:creationId xmlns:a16="http://schemas.microsoft.com/office/drawing/2014/main" id="{C183F54C-5DBE-C085-AE23-4E5FD3B06B6E}"/>
              </a:ext>
            </a:extLst>
          </p:cNvPr>
          <p:cNvPicPr>
            <a:picLocks noChangeAspect="1"/>
          </p:cNvPicPr>
          <p:nvPr/>
        </p:nvPicPr>
        <p:blipFill>
          <a:blip r:embed="rId16">
            <a:duotone>
              <a:schemeClr val="accent3">
                <a:shade val="45000"/>
                <a:satMod val="135000"/>
              </a:schemeClr>
              <a:prstClr val="white"/>
            </a:duotone>
          </a:blip>
          <a:stretch>
            <a:fillRect/>
          </a:stretch>
        </p:blipFill>
        <p:spPr>
          <a:xfrm>
            <a:off x="7280392" y="4096781"/>
            <a:ext cx="256032" cy="256032"/>
          </a:xfrm>
          <a:prstGeom prst="rect">
            <a:avLst/>
          </a:prstGeom>
        </p:spPr>
      </p:pic>
      <p:pic>
        <p:nvPicPr>
          <p:cNvPr id="701" name="Picture 700" descr="Icon&#10;&#10;Description automatically generated">
            <a:extLst>
              <a:ext uri="{FF2B5EF4-FFF2-40B4-BE49-F238E27FC236}">
                <a16:creationId xmlns:a16="http://schemas.microsoft.com/office/drawing/2014/main" id="{FE34D14C-1DC4-24A6-0CCA-2C7F402998AB}"/>
              </a:ext>
            </a:extLst>
          </p:cNvPr>
          <p:cNvPicPr>
            <a:picLocks noChangeAspect="1"/>
          </p:cNvPicPr>
          <p:nvPr/>
        </p:nvPicPr>
        <p:blipFill>
          <a:blip r:embed="rId17">
            <a:duotone>
              <a:schemeClr val="accent3">
                <a:shade val="45000"/>
                <a:satMod val="135000"/>
              </a:schemeClr>
              <a:prstClr val="white"/>
            </a:duotone>
          </a:blip>
          <a:stretch>
            <a:fillRect/>
          </a:stretch>
        </p:blipFill>
        <p:spPr>
          <a:xfrm>
            <a:off x="7555033" y="4096781"/>
            <a:ext cx="256032" cy="256032"/>
          </a:xfrm>
          <a:prstGeom prst="rect">
            <a:avLst/>
          </a:prstGeom>
        </p:spPr>
      </p:pic>
      <p:pic>
        <p:nvPicPr>
          <p:cNvPr id="702" name="Picture 701" descr="Icon&#10;&#10;Description automatically generated">
            <a:extLst>
              <a:ext uri="{FF2B5EF4-FFF2-40B4-BE49-F238E27FC236}">
                <a16:creationId xmlns:a16="http://schemas.microsoft.com/office/drawing/2014/main" id="{333527CC-9BA8-A7F7-1930-7FB0904C8418}"/>
              </a:ext>
            </a:extLst>
          </p:cNvPr>
          <p:cNvPicPr>
            <a:picLocks noChangeAspect="1"/>
          </p:cNvPicPr>
          <p:nvPr/>
        </p:nvPicPr>
        <p:blipFill>
          <a:blip r:embed="rId18">
            <a:duotone>
              <a:schemeClr val="accent3">
                <a:shade val="45000"/>
                <a:satMod val="135000"/>
              </a:schemeClr>
              <a:prstClr val="white"/>
            </a:duotone>
          </a:blip>
          <a:stretch>
            <a:fillRect/>
          </a:stretch>
        </p:blipFill>
        <p:spPr>
          <a:xfrm>
            <a:off x="6726218" y="4783982"/>
            <a:ext cx="256032" cy="256032"/>
          </a:xfrm>
          <a:prstGeom prst="rect">
            <a:avLst/>
          </a:prstGeom>
        </p:spPr>
      </p:pic>
      <p:pic>
        <p:nvPicPr>
          <p:cNvPr id="703" name="Picture 702" descr="Icon&#10;&#10;Description automatically generated">
            <a:extLst>
              <a:ext uri="{FF2B5EF4-FFF2-40B4-BE49-F238E27FC236}">
                <a16:creationId xmlns:a16="http://schemas.microsoft.com/office/drawing/2014/main" id="{9CCF8585-E00E-FD27-7435-BDFDDE01A0FC}"/>
              </a:ext>
            </a:extLst>
          </p:cNvPr>
          <p:cNvPicPr>
            <a:picLocks noChangeAspect="1"/>
          </p:cNvPicPr>
          <p:nvPr/>
        </p:nvPicPr>
        <p:blipFill>
          <a:blip r:embed="rId15">
            <a:duotone>
              <a:schemeClr val="accent3">
                <a:shade val="45000"/>
                <a:satMod val="135000"/>
              </a:schemeClr>
              <a:prstClr val="white"/>
            </a:duotone>
          </a:blip>
          <a:stretch>
            <a:fillRect/>
          </a:stretch>
        </p:blipFill>
        <p:spPr>
          <a:xfrm>
            <a:off x="7000860" y="4783982"/>
            <a:ext cx="256032" cy="256032"/>
          </a:xfrm>
          <a:prstGeom prst="rect">
            <a:avLst/>
          </a:prstGeom>
        </p:spPr>
      </p:pic>
      <p:pic>
        <p:nvPicPr>
          <p:cNvPr id="705" name="Picture 704" descr="Icon&#10;&#10;Description automatically generated">
            <a:extLst>
              <a:ext uri="{FF2B5EF4-FFF2-40B4-BE49-F238E27FC236}">
                <a16:creationId xmlns:a16="http://schemas.microsoft.com/office/drawing/2014/main" id="{FDE11925-6ECD-FED7-22AE-E7D44EDAA49A}"/>
              </a:ext>
            </a:extLst>
          </p:cNvPr>
          <p:cNvPicPr>
            <a:picLocks noChangeAspect="1"/>
          </p:cNvPicPr>
          <p:nvPr/>
        </p:nvPicPr>
        <p:blipFill>
          <a:blip r:embed="rId17">
            <a:duotone>
              <a:schemeClr val="accent3">
                <a:shade val="45000"/>
                <a:satMod val="135000"/>
              </a:schemeClr>
              <a:prstClr val="white"/>
            </a:duotone>
          </a:blip>
          <a:stretch>
            <a:fillRect/>
          </a:stretch>
        </p:blipFill>
        <p:spPr>
          <a:xfrm>
            <a:off x="7550143" y="4783982"/>
            <a:ext cx="256032" cy="256032"/>
          </a:xfrm>
          <a:prstGeom prst="rect">
            <a:avLst/>
          </a:prstGeom>
        </p:spPr>
      </p:pic>
      <p:pic>
        <p:nvPicPr>
          <p:cNvPr id="706" name="Picture 705" descr="Icon&#10;&#10;Description automatically generated">
            <a:extLst>
              <a:ext uri="{FF2B5EF4-FFF2-40B4-BE49-F238E27FC236}">
                <a16:creationId xmlns:a16="http://schemas.microsoft.com/office/drawing/2014/main" id="{A48DE2EC-B0AC-2D90-BFBD-9ECA322BA0A5}"/>
              </a:ext>
            </a:extLst>
          </p:cNvPr>
          <p:cNvPicPr>
            <a:picLocks noChangeAspect="1"/>
          </p:cNvPicPr>
          <p:nvPr/>
        </p:nvPicPr>
        <p:blipFill>
          <a:blip r:embed="rId18">
            <a:duotone>
              <a:schemeClr val="accent3">
                <a:shade val="45000"/>
                <a:satMod val="135000"/>
              </a:schemeClr>
              <a:prstClr val="white"/>
            </a:duotone>
          </a:blip>
          <a:stretch>
            <a:fillRect/>
          </a:stretch>
        </p:blipFill>
        <p:spPr>
          <a:xfrm>
            <a:off x="6726218" y="5465316"/>
            <a:ext cx="256032" cy="256032"/>
          </a:xfrm>
          <a:prstGeom prst="rect">
            <a:avLst/>
          </a:prstGeom>
        </p:spPr>
      </p:pic>
      <p:pic>
        <p:nvPicPr>
          <p:cNvPr id="707" name="Picture 706" descr="Icon&#10;&#10;Description automatically generated">
            <a:extLst>
              <a:ext uri="{FF2B5EF4-FFF2-40B4-BE49-F238E27FC236}">
                <a16:creationId xmlns:a16="http://schemas.microsoft.com/office/drawing/2014/main" id="{BD273499-6B61-DC98-5C17-1A758A1C159A}"/>
              </a:ext>
            </a:extLst>
          </p:cNvPr>
          <p:cNvPicPr>
            <a:picLocks noChangeAspect="1"/>
          </p:cNvPicPr>
          <p:nvPr/>
        </p:nvPicPr>
        <p:blipFill>
          <a:blip r:embed="rId15">
            <a:duotone>
              <a:schemeClr val="accent3">
                <a:shade val="45000"/>
                <a:satMod val="135000"/>
              </a:schemeClr>
              <a:prstClr val="white"/>
            </a:duotone>
          </a:blip>
          <a:stretch>
            <a:fillRect/>
          </a:stretch>
        </p:blipFill>
        <p:spPr>
          <a:xfrm>
            <a:off x="7000860" y="5465316"/>
            <a:ext cx="256032" cy="256032"/>
          </a:xfrm>
          <a:prstGeom prst="rect">
            <a:avLst/>
          </a:prstGeom>
        </p:spPr>
      </p:pic>
      <p:pic>
        <p:nvPicPr>
          <p:cNvPr id="709" name="Picture 708" descr="Icon&#10;&#10;Description automatically generated">
            <a:extLst>
              <a:ext uri="{FF2B5EF4-FFF2-40B4-BE49-F238E27FC236}">
                <a16:creationId xmlns:a16="http://schemas.microsoft.com/office/drawing/2014/main" id="{EE8F47E8-F302-745E-AFF6-0F0FA151B029}"/>
              </a:ext>
            </a:extLst>
          </p:cNvPr>
          <p:cNvPicPr>
            <a:picLocks noChangeAspect="1"/>
          </p:cNvPicPr>
          <p:nvPr/>
        </p:nvPicPr>
        <p:blipFill>
          <a:blip r:embed="rId17">
            <a:duotone>
              <a:schemeClr val="accent3">
                <a:shade val="45000"/>
                <a:satMod val="135000"/>
              </a:schemeClr>
              <a:prstClr val="white"/>
            </a:duotone>
          </a:blip>
          <a:stretch>
            <a:fillRect/>
          </a:stretch>
        </p:blipFill>
        <p:spPr>
          <a:xfrm>
            <a:off x="7550143" y="5465316"/>
            <a:ext cx="256032" cy="256032"/>
          </a:xfrm>
          <a:prstGeom prst="rect">
            <a:avLst/>
          </a:prstGeom>
        </p:spPr>
      </p:pic>
      <p:grpSp>
        <p:nvGrpSpPr>
          <p:cNvPr id="710" name="Group 709">
            <a:extLst>
              <a:ext uri="{FF2B5EF4-FFF2-40B4-BE49-F238E27FC236}">
                <a16:creationId xmlns:a16="http://schemas.microsoft.com/office/drawing/2014/main" id="{612E54BB-8147-DDE7-0AD1-C563E2F30B3A}"/>
              </a:ext>
            </a:extLst>
          </p:cNvPr>
          <p:cNvGrpSpPr/>
          <p:nvPr/>
        </p:nvGrpSpPr>
        <p:grpSpPr>
          <a:xfrm>
            <a:off x="8025626" y="1373759"/>
            <a:ext cx="1097280" cy="274320"/>
            <a:chOff x="2843974" y="1366323"/>
            <a:chExt cx="1097280" cy="274320"/>
          </a:xfrm>
        </p:grpSpPr>
        <p:pic>
          <p:nvPicPr>
            <p:cNvPr id="711" name="Picture 710" descr="Icon&#10;&#10;Description automatically generated">
              <a:extLst>
                <a:ext uri="{FF2B5EF4-FFF2-40B4-BE49-F238E27FC236}">
                  <a16:creationId xmlns:a16="http://schemas.microsoft.com/office/drawing/2014/main" id="{28CA8175-8A1A-9A89-FF35-96C2ECF5F286}"/>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712" name="Picture 711" descr="A picture containing text, sign, outdoor, clipart&#10;&#10;Description automatically generated">
              <a:extLst>
                <a:ext uri="{FF2B5EF4-FFF2-40B4-BE49-F238E27FC236}">
                  <a16:creationId xmlns:a16="http://schemas.microsoft.com/office/drawing/2014/main" id="{6AECAB95-AF10-F547-4A43-0D942379099F}"/>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713" name="Picture 712" descr="Icon&#10;&#10;Description automatically generated">
              <a:extLst>
                <a:ext uri="{FF2B5EF4-FFF2-40B4-BE49-F238E27FC236}">
                  <a16:creationId xmlns:a16="http://schemas.microsoft.com/office/drawing/2014/main" id="{5E4C01C4-29F7-D4CB-AEF3-5558F0F72BFB}"/>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714" name="Picture 713" descr="Icon&#10;&#10;Description automatically generated">
              <a:extLst>
                <a:ext uri="{FF2B5EF4-FFF2-40B4-BE49-F238E27FC236}">
                  <a16:creationId xmlns:a16="http://schemas.microsoft.com/office/drawing/2014/main" id="{6CD1A678-B3D9-2761-780C-CE8027E447C2}"/>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715" name="Group 714">
            <a:extLst>
              <a:ext uri="{FF2B5EF4-FFF2-40B4-BE49-F238E27FC236}">
                <a16:creationId xmlns:a16="http://schemas.microsoft.com/office/drawing/2014/main" id="{1DE2CC8B-66FF-27A7-0632-1DCC88CD3670}"/>
              </a:ext>
            </a:extLst>
          </p:cNvPr>
          <p:cNvGrpSpPr/>
          <p:nvPr/>
        </p:nvGrpSpPr>
        <p:grpSpPr>
          <a:xfrm>
            <a:off x="8025626" y="2054540"/>
            <a:ext cx="1097280" cy="274320"/>
            <a:chOff x="2843974" y="2047104"/>
            <a:chExt cx="1097280" cy="274320"/>
          </a:xfrm>
        </p:grpSpPr>
        <p:pic>
          <p:nvPicPr>
            <p:cNvPr id="716" name="Picture 715" descr="Icon&#10;&#10;Description automatically generated">
              <a:extLst>
                <a:ext uri="{FF2B5EF4-FFF2-40B4-BE49-F238E27FC236}">
                  <a16:creationId xmlns:a16="http://schemas.microsoft.com/office/drawing/2014/main" id="{0F4AD149-49A6-C14A-4456-25061D395A35}"/>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717" name="Picture 716" descr="A picture containing text, sign, outdoor, clipart&#10;&#10;Description automatically generated">
              <a:extLst>
                <a:ext uri="{FF2B5EF4-FFF2-40B4-BE49-F238E27FC236}">
                  <a16:creationId xmlns:a16="http://schemas.microsoft.com/office/drawing/2014/main" id="{4FF78F7D-E5F1-B584-F6CB-70BE44BD903C}"/>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718" name="Picture 717" descr="Icon&#10;&#10;Description automatically generated">
              <a:extLst>
                <a:ext uri="{FF2B5EF4-FFF2-40B4-BE49-F238E27FC236}">
                  <a16:creationId xmlns:a16="http://schemas.microsoft.com/office/drawing/2014/main" id="{0390961F-9044-906C-26BC-0676CCD69CB5}"/>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719" name="Picture 718" descr="Icon&#10;&#10;Description automatically generated">
              <a:extLst>
                <a:ext uri="{FF2B5EF4-FFF2-40B4-BE49-F238E27FC236}">
                  <a16:creationId xmlns:a16="http://schemas.microsoft.com/office/drawing/2014/main" id="{A826D3D8-592B-05DE-AAB9-5922BE2EEC81}"/>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720" name="Group 719">
            <a:extLst>
              <a:ext uri="{FF2B5EF4-FFF2-40B4-BE49-F238E27FC236}">
                <a16:creationId xmlns:a16="http://schemas.microsoft.com/office/drawing/2014/main" id="{509E363E-689C-93C6-06B7-9CF944F73F92}"/>
              </a:ext>
            </a:extLst>
          </p:cNvPr>
          <p:cNvGrpSpPr/>
          <p:nvPr/>
        </p:nvGrpSpPr>
        <p:grpSpPr>
          <a:xfrm>
            <a:off x="8025626" y="2735321"/>
            <a:ext cx="1097280" cy="274320"/>
            <a:chOff x="2843974" y="2727885"/>
            <a:chExt cx="1097280" cy="274320"/>
          </a:xfrm>
        </p:grpSpPr>
        <p:pic>
          <p:nvPicPr>
            <p:cNvPr id="721" name="Picture 720" descr="Icon&#10;&#10;Description automatically generated">
              <a:extLst>
                <a:ext uri="{FF2B5EF4-FFF2-40B4-BE49-F238E27FC236}">
                  <a16:creationId xmlns:a16="http://schemas.microsoft.com/office/drawing/2014/main" id="{630D64A5-B234-CA77-1692-7D661507807A}"/>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722" name="Picture 721" descr="A picture containing text, sign, outdoor, clipart&#10;&#10;Description automatically generated">
              <a:extLst>
                <a:ext uri="{FF2B5EF4-FFF2-40B4-BE49-F238E27FC236}">
                  <a16:creationId xmlns:a16="http://schemas.microsoft.com/office/drawing/2014/main" id="{A3C8371F-FD7A-F85D-D06A-572FCF713D66}"/>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723" name="Picture 722" descr="Icon&#10;&#10;Description automatically generated">
              <a:extLst>
                <a:ext uri="{FF2B5EF4-FFF2-40B4-BE49-F238E27FC236}">
                  <a16:creationId xmlns:a16="http://schemas.microsoft.com/office/drawing/2014/main" id="{48311EB6-A3B9-1D01-3CC8-6FBE4EBA5584}"/>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724" name="Picture 723" descr="Icon&#10;&#10;Description automatically generated">
              <a:extLst>
                <a:ext uri="{FF2B5EF4-FFF2-40B4-BE49-F238E27FC236}">
                  <a16:creationId xmlns:a16="http://schemas.microsoft.com/office/drawing/2014/main" id="{E5725945-766F-E596-B861-BD7318407E67}"/>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725" name="Group 724">
            <a:extLst>
              <a:ext uri="{FF2B5EF4-FFF2-40B4-BE49-F238E27FC236}">
                <a16:creationId xmlns:a16="http://schemas.microsoft.com/office/drawing/2014/main" id="{CF3619E4-98CA-6A68-9968-5F9915F51BD0}"/>
              </a:ext>
            </a:extLst>
          </p:cNvPr>
          <p:cNvGrpSpPr/>
          <p:nvPr/>
        </p:nvGrpSpPr>
        <p:grpSpPr>
          <a:xfrm>
            <a:off x="8025626" y="3416102"/>
            <a:ext cx="1097280" cy="274382"/>
            <a:chOff x="2843974" y="3408666"/>
            <a:chExt cx="1097280" cy="274382"/>
          </a:xfrm>
        </p:grpSpPr>
        <p:pic>
          <p:nvPicPr>
            <p:cNvPr id="726" name="Picture 725" descr="Icon&#10;&#10;Description automatically generated">
              <a:extLst>
                <a:ext uri="{FF2B5EF4-FFF2-40B4-BE49-F238E27FC236}">
                  <a16:creationId xmlns:a16="http://schemas.microsoft.com/office/drawing/2014/main" id="{568659E5-C273-AE1F-6C92-723E43B7410B}"/>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727" name="Picture 726" descr="A picture containing text, sign, outdoor, clipart&#10;&#10;Description automatically generated">
              <a:extLst>
                <a:ext uri="{FF2B5EF4-FFF2-40B4-BE49-F238E27FC236}">
                  <a16:creationId xmlns:a16="http://schemas.microsoft.com/office/drawing/2014/main" id="{A9FDCA1E-8CC3-9C11-D85D-2408F2F32E21}"/>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728" name="Picture 727" descr="Icon&#10;&#10;Description automatically generated">
              <a:extLst>
                <a:ext uri="{FF2B5EF4-FFF2-40B4-BE49-F238E27FC236}">
                  <a16:creationId xmlns:a16="http://schemas.microsoft.com/office/drawing/2014/main" id="{0437D2BC-A198-2F53-DA7C-19942B4BD6D2}"/>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729" name="Picture 728" descr="Icon&#10;&#10;Description automatically generated">
              <a:extLst>
                <a:ext uri="{FF2B5EF4-FFF2-40B4-BE49-F238E27FC236}">
                  <a16:creationId xmlns:a16="http://schemas.microsoft.com/office/drawing/2014/main" id="{8A36D0F2-6019-8EAE-CDE9-74E0BBA8DD5C}"/>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730" name="Group 729">
            <a:extLst>
              <a:ext uri="{FF2B5EF4-FFF2-40B4-BE49-F238E27FC236}">
                <a16:creationId xmlns:a16="http://schemas.microsoft.com/office/drawing/2014/main" id="{38C02AE6-E265-0DD6-8936-63792A14D0E4}"/>
              </a:ext>
            </a:extLst>
          </p:cNvPr>
          <p:cNvGrpSpPr/>
          <p:nvPr/>
        </p:nvGrpSpPr>
        <p:grpSpPr>
          <a:xfrm>
            <a:off x="8025626" y="4096883"/>
            <a:ext cx="1097280" cy="274320"/>
            <a:chOff x="2843974" y="4089447"/>
            <a:chExt cx="1097280" cy="274320"/>
          </a:xfrm>
        </p:grpSpPr>
        <p:pic>
          <p:nvPicPr>
            <p:cNvPr id="731" name="Picture 730" descr="Icon&#10;&#10;Description automatically generated">
              <a:extLst>
                <a:ext uri="{FF2B5EF4-FFF2-40B4-BE49-F238E27FC236}">
                  <a16:creationId xmlns:a16="http://schemas.microsoft.com/office/drawing/2014/main" id="{CBD7C0CB-BD5D-9460-5458-C6C553AD8831}"/>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732" name="Picture 731" descr="A picture containing text, sign, outdoor, clipart&#10;&#10;Description automatically generated">
              <a:extLst>
                <a:ext uri="{FF2B5EF4-FFF2-40B4-BE49-F238E27FC236}">
                  <a16:creationId xmlns:a16="http://schemas.microsoft.com/office/drawing/2014/main" id="{048B3799-48FF-99DC-81BF-65B7C8B1659E}"/>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733" name="Picture 732" descr="Icon&#10;&#10;Description automatically generated">
              <a:extLst>
                <a:ext uri="{FF2B5EF4-FFF2-40B4-BE49-F238E27FC236}">
                  <a16:creationId xmlns:a16="http://schemas.microsoft.com/office/drawing/2014/main" id="{94F8E1F0-94A9-1E7E-9266-CE0095B374A2}"/>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734" name="Picture 733" descr="Icon&#10;&#10;Description automatically generated">
              <a:extLst>
                <a:ext uri="{FF2B5EF4-FFF2-40B4-BE49-F238E27FC236}">
                  <a16:creationId xmlns:a16="http://schemas.microsoft.com/office/drawing/2014/main" id="{36ED86E8-04DC-8646-920A-7A60887B97E9}"/>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735" name="Group 734">
            <a:extLst>
              <a:ext uri="{FF2B5EF4-FFF2-40B4-BE49-F238E27FC236}">
                <a16:creationId xmlns:a16="http://schemas.microsoft.com/office/drawing/2014/main" id="{C4C0644A-9D99-3D63-4540-A37B913AEECC}"/>
              </a:ext>
            </a:extLst>
          </p:cNvPr>
          <p:cNvGrpSpPr/>
          <p:nvPr/>
        </p:nvGrpSpPr>
        <p:grpSpPr>
          <a:xfrm>
            <a:off x="8025626" y="4777664"/>
            <a:ext cx="1097280" cy="274320"/>
            <a:chOff x="2843974" y="4770228"/>
            <a:chExt cx="1097280" cy="274320"/>
          </a:xfrm>
        </p:grpSpPr>
        <p:pic>
          <p:nvPicPr>
            <p:cNvPr id="736" name="Picture 735" descr="Icon&#10;&#10;Description automatically generated">
              <a:extLst>
                <a:ext uri="{FF2B5EF4-FFF2-40B4-BE49-F238E27FC236}">
                  <a16:creationId xmlns:a16="http://schemas.microsoft.com/office/drawing/2014/main" id="{A137CAE7-2244-8E5E-2F34-84F1EE813B28}"/>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737" name="Picture 736" descr="A picture containing text, sign, outdoor, clipart&#10;&#10;Description automatically generated">
              <a:extLst>
                <a:ext uri="{FF2B5EF4-FFF2-40B4-BE49-F238E27FC236}">
                  <a16:creationId xmlns:a16="http://schemas.microsoft.com/office/drawing/2014/main" id="{CA6157C2-4C3C-59C6-5FDB-6EB59D587184}"/>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738" name="Picture 737" descr="Icon&#10;&#10;Description automatically generated">
              <a:extLst>
                <a:ext uri="{FF2B5EF4-FFF2-40B4-BE49-F238E27FC236}">
                  <a16:creationId xmlns:a16="http://schemas.microsoft.com/office/drawing/2014/main" id="{39A1FBF4-71E6-F1E7-147A-BBEDDAF5C6AD}"/>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739" name="Picture 738" descr="Icon&#10;&#10;Description automatically generated">
              <a:extLst>
                <a:ext uri="{FF2B5EF4-FFF2-40B4-BE49-F238E27FC236}">
                  <a16:creationId xmlns:a16="http://schemas.microsoft.com/office/drawing/2014/main" id="{DD769FD5-93D5-B7C9-2BA0-D92F5C25523C}"/>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740" name="Group 739">
            <a:extLst>
              <a:ext uri="{FF2B5EF4-FFF2-40B4-BE49-F238E27FC236}">
                <a16:creationId xmlns:a16="http://schemas.microsoft.com/office/drawing/2014/main" id="{AC3669FE-A36D-32FD-C6A9-2FA12E12D212}"/>
              </a:ext>
            </a:extLst>
          </p:cNvPr>
          <p:cNvGrpSpPr/>
          <p:nvPr/>
        </p:nvGrpSpPr>
        <p:grpSpPr>
          <a:xfrm>
            <a:off x="8025626" y="5458445"/>
            <a:ext cx="1097280" cy="274320"/>
            <a:chOff x="2843974" y="5451009"/>
            <a:chExt cx="1097280" cy="274320"/>
          </a:xfrm>
        </p:grpSpPr>
        <p:pic>
          <p:nvPicPr>
            <p:cNvPr id="741" name="Picture 740" descr="Icon&#10;&#10;Description automatically generated">
              <a:extLst>
                <a:ext uri="{FF2B5EF4-FFF2-40B4-BE49-F238E27FC236}">
                  <a16:creationId xmlns:a16="http://schemas.microsoft.com/office/drawing/2014/main" id="{D3914849-1DA2-36C8-E7B4-8492C5AE31A1}"/>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742" name="Picture 741" descr="A picture containing text, sign, outdoor, clipart&#10;&#10;Description automatically generated">
              <a:extLst>
                <a:ext uri="{FF2B5EF4-FFF2-40B4-BE49-F238E27FC236}">
                  <a16:creationId xmlns:a16="http://schemas.microsoft.com/office/drawing/2014/main" id="{F0E3AE31-F195-3550-7498-1C7E2EA29E1A}"/>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743" name="Picture 742" descr="Icon&#10;&#10;Description automatically generated">
              <a:extLst>
                <a:ext uri="{FF2B5EF4-FFF2-40B4-BE49-F238E27FC236}">
                  <a16:creationId xmlns:a16="http://schemas.microsoft.com/office/drawing/2014/main" id="{EFB9E9CF-BA86-FC71-1290-0E3CFCED1653}"/>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744" name="Picture 743" descr="Icon&#10;&#10;Description automatically generated">
              <a:extLst>
                <a:ext uri="{FF2B5EF4-FFF2-40B4-BE49-F238E27FC236}">
                  <a16:creationId xmlns:a16="http://schemas.microsoft.com/office/drawing/2014/main" id="{FB7F9787-1766-1EA0-270F-338C58274974}"/>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745" name="Picture 744" descr="Icon&#10;&#10;Description automatically generated">
            <a:extLst>
              <a:ext uri="{FF2B5EF4-FFF2-40B4-BE49-F238E27FC236}">
                <a16:creationId xmlns:a16="http://schemas.microsoft.com/office/drawing/2014/main" id="{F9CCB8C4-8075-07EE-C421-C44C21E61765}"/>
              </a:ext>
            </a:extLst>
          </p:cNvPr>
          <p:cNvPicPr>
            <a:picLocks noChangeAspect="1"/>
          </p:cNvPicPr>
          <p:nvPr/>
        </p:nvPicPr>
        <p:blipFill>
          <a:blip r:embed="rId18">
            <a:duotone>
              <a:schemeClr val="accent3">
                <a:shade val="45000"/>
                <a:satMod val="135000"/>
              </a:schemeClr>
              <a:prstClr val="white"/>
            </a:duotone>
          </a:blip>
          <a:stretch>
            <a:fillRect/>
          </a:stretch>
        </p:blipFill>
        <p:spPr>
          <a:xfrm>
            <a:off x="8034770" y="1378587"/>
            <a:ext cx="256032" cy="256032"/>
          </a:xfrm>
          <a:prstGeom prst="rect">
            <a:avLst/>
          </a:prstGeom>
        </p:spPr>
      </p:pic>
      <p:pic>
        <p:nvPicPr>
          <p:cNvPr id="747" name="Picture 746" descr="Icon&#10;&#10;Description automatically generated">
            <a:extLst>
              <a:ext uri="{FF2B5EF4-FFF2-40B4-BE49-F238E27FC236}">
                <a16:creationId xmlns:a16="http://schemas.microsoft.com/office/drawing/2014/main" id="{5B342212-4BF6-5C1E-E6AD-08F65807DCCB}"/>
              </a:ext>
            </a:extLst>
          </p:cNvPr>
          <p:cNvPicPr>
            <a:picLocks noChangeAspect="1"/>
          </p:cNvPicPr>
          <p:nvPr/>
        </p:nvPicPr>
        <p:blipFill>
          <a:blip r:embed="rId16">
            <a:duotone>
              <a:schemeClr val="accent3">
                <a:shade val="45000"/>
                <a:satMod val="135000"/>
              </a:schemeClr>
              <a:prstClr val="white"/>
            </a:duotone>
          </a:blip>
          <a:stretch>
            <a:fillRect/>
          </a:stretch>
        </p:blipFill>
        <p:spPr>
          <a:xfrm>
            <a:off x="8584054" y="1378587"/>
            <a:ext cx="256032" cy="256032"/>
          </a:xfrm>
          <a:prstGeom prst="rect">
            <a:avLst/>
          </a:prstGeom>
        </p:spPr>
      </p:pic>
      <p:pic>
        <p:nvPicPr>
          <p:cNvPr id="748" name="Picture 747" descr="Icon&#10;&#10;Description automatically generated">
            <a:extLst>
              <a:ext uri="{FF2B5EF4-FFF2-40B4-BE49-F238E27FC236}">
                <a16:creationId xmlns:a16="http://schemas.microsoft.com/office/drawing/2014/main" id="{CC53372F-3CDB-621F-00B2-F92E28EC2BE0}"/>
              </a:ext>
            </a:extLst>
          </p:cNvPr>
          <p:cNvPicPr>
            <a:picLocks noChangeAspect="1"/>
          </p:cNvPicPr>
          <p:nvPr/>
        </p:nvPicPr>
        <p:blipFill>
          <a:blip r:embed="rId17">
            <a:duotone>
              <a:schemeClr val="accent3">
                <a:shade val="45000"/>
                <a:satMod val="135000"/>
              </a:schemeClr>
              <a:prstClr val="white"/>
            </a:duotone>
          </a:blip>
          <a:stretch>
            <a:fillRect/>
          </a:stretch>
        </p:blipFill>
        <p:spPr>
          <a:xfrm>
            <a:off x="8858695" y="1378587"/>
            <a:ext cx="256032" cy="256032"/>
          </a:xfrm>
          <a:prstGeom prst="rect">
            <a:avLst/>
          </a:prstGeom>
        </p:spPr>
      </p:pic>
      <p:pic>
        <p:nvPicPr>
          <p:cNvPr id="749" name="Picture 748" descr="Icon&#10;&#10;Description automatically generated">
            <a:extLst>
              <a:ext uri="{FF2B5EF4-FFF2-40B4-BE49-F238E27FC236}">
                <a16:creationId xmlns:a16="http://schemas.microsoft.com/office/drawing/2014/main" id="{991C9E5C-5400-9D01-C0E5-3F5C235EDB4A}"/>
              </a:ext>
            </a:extLst>
          </p:cNvPr>
          <p:cNvPicPr>
            <a:picLocks noChangeAspect="1"/>
          </p:cNvPicPr>
          <p:nvPr/>
        </p:nvPicPr>
        <p:blipFill>
          <a:blip r:embed="rId18">
            <a:duotone>
              <a:schemeClr val="accent3">
                <a:shade val="45000"/>
                <a:satMod val="135000"/>
              </a:schemeClr>
              <a:prstClr val="white"/>
            </a:duotone>
          </a:blip>
          <a:stretch>
            <a:fillRect/>
          </a:stretch>
        </p:blipFill>
        <p:spPr>
          <a:xfrm>
            <a:off x="8031081" y="2067678"/>
            <a:ext cx="256032" cy="256032"/>
          </a:xfrm>
          <a:prstGeom prst="rect">
            <a:avLst/>
          </a:prstGeom>
        </p:spPr>
      </p:pic>
      <p:pic>
        <p:nvPicPr>
          <p:cNvPr id="750" name="Picture 749" descr="Icon&#10;&#10;Description automatically generated">
            <a:extLst>
              <a:ext uri="{FF2B5EF4-FFF2-40B4-BE49-F238E27FC236}">
                <a16:creationId xmlns:a16="http://schemas.microsoft.com/office/drawing/2014/main" id="{BA94468A-D7FA-1028-6592-3C7EF45F241C}"/>
              </a:ext>
            </a:extLst>
          </p:cNvPr>
          <p:cNvPicPr>
            <a:picLocks noChangeAspect="1"/>
          </p:cNvPicPr>
          <p:nvPr/>
        </p:nvPicPr>
        <p:blipFill>
          <a:blip r:embed="rId15">
            <a:duotone>
              <a:schemeClr val="accent3">
                <a:shade val="45000"/>
                <a:satMod val="135000"/>
              </a:schemeClr>
              <a:prstClr val="white"/>
            </a:duotone>
          </a:blip>
          <a:stretch>
            <a:fillRect/>
          </a:stretch>
        </p:blipFill>
        <p:spPr>
          <a:xfrm>
            <a:off x="8305723" y="2067678"/>
            <a:ext cx="256032" cy="256032"/>
          </a:xfrm>
          <a:prstGeom prst="rect">
            <a:avLst/>
          </a:prstGeom>
        </p:spPr>
      </p:pic>
      <p:pic>
        <p:nvPicPr>
          <p:cNvPr id="751" name="Picture 750" descr="Icon&#10;&#10;Description automatically generated">
            <a:extLst>
              <a:ext uri="{FF2B5EF4-FFF2-40B4-BE49-F238E27FC236}">
                <a16:creationId xmlns:a16="http://schemas.microsoft.com/office/drawing/2014/main" id="{BA5BF1DE-8B33-CF42-5B7A-2614DC9FD46D}"/>
              </a:ext>
            </a:extLst>
          </p:cNvPr>
          <p:cNvPicPr>
            <a:picLocks noChangeAspect="1"/>
          </p:cNvPicPr>
          <p:nvPr/>
        </p:nvPicPr>
        <p:blipFill>
          <a:blip r:embed="rId16">
            <a:duotone>
              <a:schemeClr val="accent3">
                <a:shade val="45000"/>
                <a:satMod val="135000"/>
              </a:schemeClr>
              <a:prstClr val="white"/>
            </a:duotone>
          </a:blip>
          <a:stretch>
            <a:fillRect/>
          </a:stretch>
        </p:blipFill>
        <p:spPr>
          <a:xfrm>
            <a:off x="8580365" y="2067678"/>
            <a:ext cx="256032" cy="256032"/>
          </a:xfrm>
          <a:prstGeom prst="rect">
            <a:avLst/>
          </a:prstGeom>
        </p:spPr>
      </p:pic>
      <p:pic>
        <p:nvPicPr>
          <p:cNvPr id="754" name="Picture 753" descr="Icon&#10;&#10;Description automatically generated">
            <a:extLst>
              <a:ext uri="{FF2B5EF4-FFF2-40B4-BE49-F238E27FC236}">
                <a16:creationId xmlns:a16="http://schemas.microsoft.com/office/drawing/2014/main" id="{82BBB368-A54D-4046-01BE-17D1443E1092}"/>
              </a:ext>
            </a:extLst>
          </p:cNvPr>
          <p:cNvPicPr>
            <a:picLocks noChangeAspect="1"/>
          </p:cNvPicPr>
          <p:nvPr/>
        </p:nvPicPr>
        <p:blipFill>
          <a:blip r:embed="rId15">
            <a:duotone>
              <a:schemeClr val="accent3">
                <a:shade val="45000"/>
                <a:satMod val="135000"/>
              </a:schemeClr>
              <a:prstClr val="white"/>
            </a:duotone>
          </a:blip>
          <a:stretch>
            <a:fillRect/>
          </a:stretch>
        </p:blipFill>
        <p:spPr>
          <a:xfrm>
            <a:off x="8304914" y="2749012"/>
            <a:ext cx="256032" cy="256032"/>
          </a:xfrm>
          <a:prstGeom prst="rect">
            <a:avLst/>
          </a:prstGeom>
        </p:spPr>
      </p:pic>
      <p:pic>
        <p:nvPicPr>
          <p:cNvPr id="755" name="Picture 754" descr="Icon&#10;&#10;Description automatically generated">
            <a:extLst>
              <a:ext uri="{FF2B5EF4-FFF2-40B4-BE49-F238E27FC236}">
                <a16:creationId xmlns:a16="http://schemas.microsoft.com/office/drawing/2014/main" id="{2D3E78F8-C115-C09B-D4E4-220D8FE5AF55}"/>
              </a:ext>
            </a:extLst>
          </p:cNvPr>
          <p:cNvPicPr>
            <a:picLocks noChangeAspect="1"/>
          </p:cNvPicPr>
          <p:nvPr/>
        </p:nvPicPr>
        <p:blipFill>
          <a:blip r:embed="rId16">
            <a:duotone>
              <a:schemeClr val="accent3">
                <a:shade val="45000"/>
                <a:satMod val="135000"/>
              </a:schemeClr>
              <a:prstClr val="white"/>
            </a:duotone>
          </a:blip>
          <a:stretch>
            <a:fillRect/>
          </a:stretch>
        </p:blipFill>
        <p:spPr>
          <a:xfrm>
            <a:off x="8579556" y="2749012"/>
            <a:ext cx="256032" cy="256032"/>
          </a:xfrm>
          <a:prstGeom prst="rect">
            <a:avLst/>
          </a:prstGeom>
        </p:spPr>
      </p:pic>
      <p:pic>
        <p:nvPicPr>
          <p:cNvPr id="756" name="Picture 755" descr="Icon&#10;&#10;Description automatically generated">
            <a:extLst>
              <a:ext uri="{FF2B5EF4-FFF2-40B4-BE49-F238E27FC236}">
                <a16:creationId xmlns:a16="http://schemas.microsoft.com/office/drawing/2014/main" id="{5FEA7DD1-0AD6-38FA-0F1F-39BF846FD339}"/>
              </a:ext>
            </a:extLst>
          </p:cNvPr>
          <p:cNvPicPr>
            <a:picLocks noChangeAspect="1"/>
          </p:cNvPicPr>
          <p:nvPr/>
        </p:nvPicPr>
        <p:blipFill>
          <a:blip r:embed="rId17">
            <a:duotone>
              <a:schemeClr val="accent3">
                <a:shade val="45000"/>
                <a:satMod val="135000"/>
              </a:schemeClr>
              <a:prstClr val="white"/>
            </a:duotone>
          </a:blip>
          <a:stretch>
            <a:fillRect/>
          </a:stretch>
        </p:blipFill>
        <p:spPr>
          <a:xfrm>
            <a:off x="8854197" y="2749012"/>
            <a:ext cx="256032" cy="256032"/>
          </a:xfrm>
          <a:prstGeom prst="rect">
            <a:avLst/>
          </a:prstGeom>
        </p:spPr>
      </p:pic>
      <p:pic>
        <p:nvPicPr>
          <p:cNvPr id="757" name="Picture 756" descr="Icon&#10;&#10;Description automatically generated">
            <a:extLst>
              <a:ext uri="{FF2B5EF4-FFF2-40B4-BE49-F238E27FC236}">
                <a16:creationId xmlns:a16="http://schemas.microsoft.com/office/drawing/2014/main" id="{D928FF41-8788-EEE9-32A7-9F5B47E4212A}"/>
              </a:ext>
            </a:extLst>
          </p:cNvPr>
          <p:cNvPicPr>
            <a:picLocks noChangeAspect="1"/>
          </p:cNvPicPr>
          <p:nvPr/>
        </p:nvPicPr>
        <p:blipFill>
          <a:blip r:embed="rId18">
            <a:duotone>
              <a:schemeClr val="accent3">
                <a:shade val="45000"/>
                <a:satMod val="135000"/>
              </a:schemeClr>
              <a:prstClr val="white"/>
            </a:duotone>
          </a:blip>
          <a:stretch>
            <a:fillRect/>
          </a:stretch>
        </p:blipFill>
        <p:spPr>
          <a:xfrm>
            <a:off x="8031081" y="3427990"/>
            <a:ext cx="256032" cy="256032"/>
          </a:xfrm>
          <a:prstGeom prst="rect">
            <a:avLst/>
          </a:prstGeom>
        </p:spPr>
      </p:pic>
      <p:pic>
        <p:nvPicPr>
          <p:cNvPr id="758" name="Picture 757" descr="Icon&#10;&#10;Description automatically generated">
            <a:extLst>
              <a:ext uri="{FF2B5EF4-FFF2-40B4-BE49-F238E27FC236}">
                <a16:creationId xmlns:a16="http://schemas.microsoft.com/office/drawing/2014/main" id="{FA80BC3C-B42C-D634-D036-AF251B7548B2}"/>
              </a:ext>
            </a:extLst>
          </p:cNvPr>
          <p:cNvPicPr>
            <a:picLocks noChangeAspect="1"/>
          </p:cNvPicPr>
          <p:nvPr/>
        </p:nvPicPr>
        <p:blipFill>
          <a:blip r:embed="rId15">
            <a:duotone>
              <a:schemeClr val="accent3">
                <a:shade val="45000"/>
                <a:satMod val="135000"/>
              </a:schemeClr>
              <a:prstClr val="white"/>
            </a:duotone>
          </a:blip>
          <a:stretch>
            <a:fillRect/>
          </a:stretch>
        </p:blipFill>
        <p:spPr>
          <a:xfrm>
            <a:off x="8305723" y="3427990"/>
            <a:ext cx="256032" cy="256032"/>
          </a:xfrm>
          <a:prstGeom prst="rect">
            <a:avLst/>
          </a:prstGeom>
        </p:spPr>
      </p:pic>
      <p:pic>
        <p:nvPicPr>
          <p:cNvPr id="759" name="Picture 758" descr="Icon&#10;&#10;Description automatically generated">
            <a:extLst>
              <a:ext uri="{FF2B5EF4-FFF2-40B4-BE49-F238E27FC236}">
                <a16:creationId xmlns:a16="http://schemas.microsoft.com/office/drawing/2014/main" id="{B5D715EF-AAB9-179D-1844-D920AB2D5BF4}"/>
              </a:ext>
            </a:extLst>
          </p:cNvPr>
          <p:cNvPicPr>
            <a:picLocks noChangeAspect="1"/>
          </p:cNvPicPr>
          <p:nvPr/>
        </p:nvPicPr>
        <p:blipFill>
          <a:blip r:embed="rId16">
            <a:duotone>
              <a:schemeClr val="accent3">
                <a:shade val="45000"/>
                <a:satMod val="135000"/>
              </a:schemeClr>
              <a:prstClr val="white"/>
            </a:duotone>
          </a:blip>
          <a:stretch>
            <a:fillRect/>
          </a:stretch>
        </p:blipFill>
        <p:spPr>
          <a:xfrm>
            <a:off x="8580365" y="3427990"/>
            <a:ext cx="256032" cy="256032"/>
          </a:xfrm>
          <a:prstGeom prst="rect">
            <a:avLst/>
          </a:prstGeom>
        </p:spPr>
      </p:pic>
      <p:pic>
        <p:nvPicPr>
          <p:cNvPr id="762" name="Picture 761" descr="Icon&#10;&#10;Description automatically generated">
            <a:extLst>
              <a:ext uri="{FF2B5EF4-FFF2-40B4-BE49-F238E27FC236}">
                <a16:creationId xmlns:a16="http://schemas.microsoft.com/office/drawing/2014/main" id="{566F8FFC-35F0-3BB3-6681-EBC5BCF31798}"/>
              </a:ext>
            </a:extLst>
          </p:cNvPr>
          <p:cNvPicPr>
            <a:picLocks noChangeAspect="1"/>
          </p:cNvPicPr>
          <p:nvPr/>
        </p:nvPicPr>
        <p:blipFill>
          <a:blip r:embed="rId15">
            <a:duotone>
              <a:schemeClr val="accent3">
                <a:shade val="45000"/>
                <a:satMod val="135000"/>
              </a:schemeClr>
              <a:prstClr val="white"/>
            </a:duotone>
          </a:blip>
          <a:stretch>
            <a:fillRect/>
          </a:stretch>
        </p:blipFill>
        <p:spPr>
          <a:xfrm>
            <a:off x="8317591" y="4103861"/>
            <a:ext cx="256032" cy="256032"/>
          </a:xfrm>
          <a:prstGeom prst="rect">
            <a:avLst/>
          </a:prstGeom>
        </p:spPr>
      </p:pic>
      <p:pic>
        <p:nvPicPr>
          <p:cNvPr id="763" name="Picture 762" descr="Icon&#10;&#10;Description automatically generated">
            <a:extLst>
              <a:ext uri="{FF2B5EF4-FFF2-40B4-BE49-F238E27FC236}">
                <a16:creationId xmlns:a16="http://schemas.microsoft.com/office/drawing/2014/main" id="{ECE12D1C-FC09-124A-35B1-9D8574B63E44}"/>
              </a:ext>
            </a:extLst>
          </p:cNvPr>
          <p:cNvPicPr>
            <a:picLocks noChangeAspect="1"/>
          </p:cNvPicPr>
          <p:nvPr/>
        </p:nvPicPr>
        <p:blipFill>
          <a:blip r:embed="rId16">
            <a:duotone>
              <a:schemeClr val="accent3">
                <a:shade val="45000"/>
                <a:satMod val="135000"/>
              </a:schemeClr>
              <a:prstClr val="white"/>
            </a:duotone>
          </a:blip>
          <a:stretch>
            <a:fillRect/>
          </a:stretch>
        </p:blipFill>
        <p:spPr>
          <a:xfrm>
            <a:off x="8592233" y="4103861"/>
            <a:ext cx="256032" cy="256032"/>
          </a:xfrm>
          <a:prstGeom prst="rect">
            <a:avLst/>
          </a:prstGeom>
        </p:spPr>
      </p:pic>
      <p:pic>
        <p:nvPicPr>
          <p:cNvPr id="764" name="Picture 763" descr="Icon&#10;&#10;Description automatically generated">
            <a:extLst>
              <a:ext uri="{FF2B5EF4-FFF2-40B4-BE49-F238E27FC236}">
                <a16:creationId xmlns:a16="http://schemas.microsoft.com/office/drawing/2014/main" id="{9D1202A7-5504-2AE4-B2F6-CDAC1466221E}"/>
              </a:ext>
            </a:extLst>
          </p:cNvPr>
          <p:cNvPicPr>
            <a:picLocks noChangeAspect="1"/>
          </p:cNvPicPr>
          <p:nvPr/>
        </p:nvPicPr>
        <p:blipFill>
          <a:blip r:embed="rId17">
            <a:duotone>
              <a:schemeClr val="accent3">
                <a:shade val="45000"/>
                <a:satMod val="135000"/>
              </a:schemeClr>
              <a:prstClr val="white"/>
            </a:duotone>
          </a:blip>
          <a:stretch>
            <a:fillRect/>
          </a:stretch>
        </p:blipFill>
        <p:spPr>
          <a:xfrm>
            <a:off x="8866874" y="4103861"/>
            <a:ext cx="256032" cy="256032"/>
          </a:xfrm>
          <a:prstGeom prst="rect">
            <a:avLst/>
          </a:prstGeom>
        </p:spPr>
      </p:pic>
      <p:pic>
        <p:nvPicPr>
          <p:cNvPr id="765" name="Picture 764" descr="Icon&#10;&#10;Description automatically generated">
            <a:extLst>
              <a:ext uri="{FF2B5EF4-FFF2-40B4-BE49-F238E27FC236}">
                <a16:creationId xmlns:a16="http://schemas.microsoft.com/office/drawing/2014/main" id="{05DACDE7-EF03-4B21-C8E9-4CD34795F2DE}"/>
              </a:ext>
            </a:extLst>
          </p:cNvPr>
          <p:cNvPicPr>
            <a:picLocks noChangeAspect="1"/>
          </p:cNvPicPr>
          <p:nvPr/>
        </p:nvPicPr>
        <p:blipFill>
          <a:blip r:embed="rId18">
            <a:duotone>
              <a:schemeClr val="accent3">
                <a:shade val="45000"/>
                <a:satMod val="135000"/>
              </a:schemeClr>
              <a:prstClr val="white"/>
            </a:duotone>
          </a:blip>
          <a:stretch>
            <a:fillRect/>
          </a:stretch>
        </p:blipFill>
        <p:spPr>
          <a:xfrm>
            <a:off x="8038059" y="4791062"/>
            <a:ext cx="256032" cy="256032"/>
          </a:xfrm>
          <a:prstGeom prst="rect">
            <a:avLst/>
          </a:prstGeom>
        </p:spPr>
      </p:pic>
      <p:pic>
        <p:nvPicPr>
          <p:cNvPr id="766" name="Picture 765" descr="Icon&#10;&#10;Description automatically generated">
            <a:extLst>
              <a:ext uri="{FF2B5EF4-FFF2-40B4-BE49-F238E27FC236}">
                <a16:creationId xmlns:a16="http://schemas.microsoft.com/office/drawing/2014/main" id="{C7801653-C2B3-CBD1-948D-92B9CBD393E2}"/>
              </a:ext>
            </a:extLst>
          </p:cNvPr>
          <p:cNvPicPr>
            <a:picLocks noChangeAspect="1"/>
          </p:cNvPicPr>
          <p:nvPr/>
        </p:nvPicPr>
        <p:blipFill>
          <a:blip r:embed="rId15">
            <a:duotone>
              <a:schemeClr val="accent3">
                <a:shade val="45000"/>
                <a:satMod val="135000"/>
              </a:schemeClr>
              <a:prstClr val="white"/>
            </a:duotone>
          </a:blip>
          <a:stretch>
            <a:fillRect/>
          </a:stretch>
        </p:blipFill>
        <p:spPr>
          <a:xfrm>
            <a:off x="8312701" y="4791062"/>
            <a:ext cx="256032" cy="256032"/>
          </a:xfrm>
          <a:prstGeom prst="rect">
            <a:avLst/>
          </a:prstGeom>
        </p:spPr>
      </p:pic>
      <p:pic>
        <p:nvPicPr>
          <p:cNvPr id="768" name="Picture 767" descr="Icon&#10;&#10;Description automatically generated">
            <a:extLst>
              <a:ext uri="{FF2B5EF4-FFF2-40B4-BE49-F238E27FC236}">
                <a16:creationId xmlns:a16="http://schemas.microsoft.com/office/drawing/2014/main" id="{4ED5D5C0-9CD0-A081-B8CC-B9A0F5E9CE36}"/>
              </a:ext>
            </a:extLst>
          </p:cNvPr>
          <p:cNvPicPr>
            <a:picLocks noChangeAspect="1"/>
          </p:cNvPicPr>
          <p:nvPr/>
        </p:nvPicPr>
        <p:blipFill>
          <a:blip r:embed="rId17">
            <a:duotone>
              <a:schemeClr val="accent3">
                <a:shade val="45000"/>
                <a:satMod val="135000"/>
              </a:schemeClr>
              <a:prstClr val="white"/>
            </a:duotone>
          </a:blip>
          <a:stretch>
            <a:fillRect/>
          </a:stretch>
        </p:blipFill>
        <p:spPr>
          <a:xfrm>
            <a:off x="8861984" y="4791062"/>
            <a:ext cx="256032" cy="256032"/>
          </a:xfrm>
          <a:prstGeom prst="rect">
            <a:avLst/>
          </a:prstGeom>
        </p:spPr>
      </p:pic>
      <p:pic>
        <p:nvPicPr>
          <p:cNvPr id="769" name="Picture 768" descr="Icon&#10;&#10;Description automatically generated">
            <a:extLst>
              <a:ext uri="{FF2B5EF4-FFF2-40B4-BE49-F238E27FC236}">
                <a16:creationId xmlns:a16="http://schemas.microsoft.com/office/drawing/2014/main" id="{5C74A3B6-6459-741E-1AF7-B0C0379C5436}"/>
              </a:ext>
            </a:extLst>
          </p:cNvPr>
          <p:cNvPicPr>
            <a:picLocks noChangeAspect="1"/>
          </p:cNvPicPr>
          <p:nvPr/>
        </p:nvPicPr>
        <p:blipFill>
          <a:blip r:embed="rId18">
            <a:duotone>
              <a:schemeClr val="accent3">
                <a:shade val="45000"/>
                <a:satMod val="135000"/>
              </a:schemeClr>
              <a:prstClr val="white"/>
            </a:duotone>
          </a:blip>
          <a:stretch>
            <a:fillRect/>
          </a:stretch>
        </p:blipFill>
        <p:spPr>
          <a:xfrm>
            <a:off x="8038059" y="5472396"/>
            <a:ext cx="256032" cy="256032"/>
          </a:xfrm>
          <a:prstGeom prst="rect">
            <a:avLst/>
          </a:prstGeom>
        </p:spPr>
      </p:pic>
      <p:pic>
        <p:nvPicPr>
          <p:cNvPr id="770" name="Picture 769" descr="Icon&#10;&#10;Description automatically generated">
            <a:extLst>
              <a:ext uri="{FF2B5EF4-FFF2-40B4-BE49-F238E27FC236}">
                <a16:creationId xmlns:a16="http://schemas.microsoft.com/office/drawing/2014/main" id="{99550230-68C2-3A7D-DDED-EFA05CF22287}"/>
              </a:ext>
            </a:extLst>
          </p:cNvPr>
          <p:cNvPicPr>
            <a:picLocks noChangeAspect="1"/>
          </p:cNvPicPr>
          <p:nvPr/>
        </p:nvPicPr>
        <p:blipFill>
          <a:blip r:embed="rId15">
            <a:duotone>
              <a:schemeClr val="accent3">
                <a:shade val="45000"/>
                <a:satMod val="135000"/>
              </a:schemeClr>
              <a:prstClr val="white"/>
            </a:duotone>
          </a:blip>
          <a:stretch>
            <a:fillRect/>
          </a:stretch>
        </p:blipFill>
        <p:spPr>
          <a:xfrm>
            <a:off x="8312701" y="5472396"/>
            <a:ext cx="256032" cy="256032"/>
          </a:xfrm>
          <a:prstGeom prst="rect">
            <a:avLst/>
          </a:prstGeom>
        </p:spPr>
      </p:pic>
      <p:pic>
        <p:nvPicPr>
          <p:cNvPr id="771" name="Picture 770" descr="Icon&#10;&#10;Description automatically generated">
            <a:extLst>
              <a:ext uri="{FF2B5EF4-FFF2-40B4-BE49-F238E27FC236}">
                <a16:creationId xmlns:a16="http://schemas.microsoft.com/office/drawing/2014/main" id="{39B54E0C-014C-0F5C-C7E2-F9B73D7C1229}"/>
              </a:ext>
            </a:extLst>
          </p:cNvPr>
          <p:cNvPicPr>
            <a:picLocks noChangeAspect="1"/>
          </p:cNvPicPr>
          <p:nvPr/>
        </p:nvPicPr>
        <p:blipFill>
          <a:blip r:embed="rId16">
            <a:duotone>
              <a:schemeClr val="accent3">
                <a:shade val="45000"/>
                <a:satMod val="135000"/>
              </a:schemeClr>
              <a:prstClr val="white"/>
            </a:duotone>
          </a:blip>
          <a:stretch>
            <a:fillRect/>
          </a:stretch>
        </p:blipFill>
        <p:spPr>
          <a:xfrm>
            <a:off x="8587343" y="5472396"/>
            <a:ext cx="256032" cy="256032"/>
          </a:xfrm>
          <a:prstGeom prst="rect">
            <a:avLst/>
          </a:prstGeom>
        </p:spPr>
      </p:pic>
      <p:grpSp>
        <p:nvGrpSpPr>
          <p:cNvPr id="773" name="Group 772">
            <a:extLst>
              <a:ext uri="{FF2B5EF4-FFF2-40B4-BE49-F238E27FC236}">
                <a16:creationId xmlns:a16="http://schemas.microsoft.com/office/drawing/2014/main" id="{62C5ADA0-6901-62B9-6539-2693639BD66D}"/>
              </a:ext>
            </a:extLst>
          </p:cNvPr>
          <p:cNvGrpSpPr/>
          <p:nvPr/>
        </p:nvGrpSpPr>
        <p:grpSpPr>
          <a:xfrm>
            <a:off x="9308903" y="1376949"/>
            <a:ext cx="1097280" cy="274320"/>
            <a:chOff x="2843974" y="1366323"/>
            <a:chExt cx="1097280" cy="274320"/>
          </a:xfrm>
        </p:grpSpPr>
        <p:pic>
          <p:nvPicPr>
            <p:cNvPr id="774" name="Picture 773" descr="Icon&#10;&#10;Description automatically generated">
              <a:extLst>
                <a:ext uri="{FF2B5EF4-FFF2-40B4-BE49-F238E27FC236}">
                  <a16:creationId xmlns:a16="http://schemas.microsoft.com/office/drawing/2014/main" id="{1BE3FD40-D969-26FF-9E8A-6C2E08C6EF40}"/>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775" name="Picture 774" descr="A picture containing text, sign, outdoor, clipart&#10;&#10;Description automatically generated">
              <a:extLst>
                <a:ext uri="{FF2B5EF4-FFF2-40B4-BE49-F238E27FC236}">
                  <a16:creationId xmlns:a16="http://schemas.microsoft.com/office/drawing/2014/main" id="{0B62E889-AF4A-1907-DEF2-AF91F61497D9}"/>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776" name="Picture 775" descr="Icon&#10;&#10;Description automatically generated">
              <a:extLst>
                <a:ext uri="{FF2B5EF4-FFF2-40B4-BE49-F238E27FC236}">
                  <a16:creationId xmlns:a16="http://schemas.microsoft.com/office/drawing/2014/main" id="{167D593A-FD54-6661-D1CD-F77CBA2270CF}"/>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777" name="Picture 776" descr="Icon&#10;&#10;Description automatically generated">
              <a:extLst>
                <a:ext uri="{FF2B5EF4-FFF2-40B4-BE49-F238E27FC236}">
                  <a16:creationId xmlns:a16="http://schemas.microsoft.com/office/drawing/2014/main" id="{BE581514-1C4D-496F-DB75-30758B4AAFE9}"/>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778" name="Group 777">
            <a:extLst>
              <a:ext uri="{FF2B5EF4-FFF2-40B4-BE49-F238E27FC236}">
                <a16:creationId xmlns:a16="http://schemas.microsoft.com/office/drawing/2014/main" id="{1A1DFFE3-50F3-DF6B-8F98-3319C7D686F8}"/>
              </a:ext>
            </a:extLst>
          </p:cNvPr>
          <p:cNvGrpSpPr/>
          <p:nvPr/>
        </p:nvGrpSpPr>
        <p:grpSpPr>
          <a:xfrm>
            <a:off x="9308903" y="2057730"/>
            <a:ext cx="1097280" cy="274320"/>
            <a:chOff x="2843974" y="2047104"/>
            <a:chExt cx="1097280" cy="274320"/>
          </a:xfrm>
        </p:grpSpPr>
        <p:pic>
          <p:nvPicPr>
            <p:cNvPr id="779" name="Picture 778" descr="Icon&#10;&#10;Description automatically generated">
              <a:extLst>
                <a:ext uri="{FF2B5EF4-FFF2-40B4-BE49-F238E27FC236}">
                  <a16:creationId xmlns:a16="http://schemas.microsoft.com/office/drawing/2014/main" id="{5A51CB30-0E98-55D8-B363-22C4A5CB73F2}"/>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780" name="Picture 779" descr="A picture containing text, sign, outdoor, clipart&#10;&#10;Description automatically generated">
              <a:extLst>
                <a:ext uri="{FF2B5EF4-FFF2-40B4-BE49-F238E27FC236}">
                  <a16:creationId xmlns:a16="http://schemas.microsoft.com/office/drawing/2014/main" id="{EE9B5CDA-D939-0E53-B913-75DDDEA081F9}"/>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781" name="Picture 780" descr="Icon&#10;&#10;Description automatically generated">
              <a:extLst>
                <a:ext uri="{FF2B5EF4-FFF2-40B4-BE49-F238E27FC236}">
                  <a16:creationId xmlns:a16="http://schemas.microsoft.com/office/drawing/2014/main" id="{28A2BE82-5695-5FC3-65B1-D08F8A224E5B}"/>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782" name="Picture 781" descr="Icon&#10;&#10;Description automatically generated">
              <a:extLst>
                <a:ext uri="{FF2B5EF4-FFF2-40B4-BE49-F238E27FC236}">
                  <a16:creationId xmlns:a16="http://schemas.microsoft.com/office/drawing/2014/main" id="{77B567C6-7F71-0579-1F67-EAED6E8AC926}"/>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783" name="Group 782">
            <a:extLst>
              <a:ext uri="{FF2B5EF4-FFF2-40B4-BE49-F238E27FC236}">
                <a16:creationId xmlns:a16="http://schemas.microsoft.com/office/drawing/2014/main" id="{16C5805A-2E07-6793-1DAD-8B2132762FA3}"/>
              </a:ext>
            </a:extLst>
          </p:cNvPr>
          <p:cNvGrpSpPr/>
          <p:nvPr/>
        </p:nvGrpSpPr>
        <p:grpSpPr>
          <a:xfrm>
            <a:off x="9308903" y="2738511"/>
            <a:ext cx="1097280" cy="274320"/>
            <a:chOff x="2843974" y="2727885"/>
            <a:chExt cx="1097280" cy="274320"/>
          </a:xfrm>
        </p:grpSpPr>
        <p:pic>
          <p:nvPicPr>
            <p:cNvPr id="784" name="Picture 783" descr="Icon&#10;&#10;Description automatically generated">
              <a:extLst>
                <a:ext uri="{FF2B5EF4-FFF2-40B4-BE49-F238E27FC236}">
                  <a16:creationId xmlns:a16="http://schemas.microsoft.com/office/drawing/2014/main" id="{548395DE-3D88-407D-8F36-66849C849F57}"/>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785" name="Picture 784" descr="A picture containing text, sign, outdoor, clipart&#10;&#10;Description automatically generated">
              <a:extLst>
                <a:ext uri="{FF2B5EF4-FFF2-40B4-BE49-F238E27FC236}">
                  <a16:creationId xmlns:a16="http://schemas.microsoft.com/office/drawing/2014/main" id="{BED45B28-FC27-5AC3-469F-638BA7C46D58}"/>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786" name="Picture 785" descr="Icon&#10;&#10;Description automatically generated">
              <a:extLst>
                <a:ext uri="{FF2B5EF4-FFF2-40B4-BE49-F238E27FC236}">
                  <a16:creationId xmlns:a16="http://schemas.microsoft.com/office/drawing/2014/main" id="{046F9E65-0675-0F1E-D4C6-E0C103E84ED8}"/>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787" name="Picture 786" descr="Icon&#10;&#10;Description automatically generated">
              <a:extLst>
                <a:ext uri="{FF2B5EF4-FFF2-40B4-BE49-F238E27FC236}">
                  <a16:creationId xmlns:a16="http://schemas.microsoft.com/office/drawing/2014/main" id="{0E1DDBF0-1728-EB30-0CB1-D69E7074A704}"/>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788" name="Group 787">
            <a:extLst>
              <a:ext uri="{FF2B5EF4-FFF2-40B4-BE49-F238E27FC236}">
                <a16:creationId xmlns:a16="http://schemas.microsoft.com/office/drawing/2014/main" id="{64CA1048-A00F-E17E-F348-118D5B620C32}"/>
              </a:ext>
            </a:extLst>
          </p:cNvPr>
          <p:cNvGrpSpPr/>
          <p:nvPr/>
        </p:nvGrpSpPr>
        <p:grpSpPr>
          <a:xfrm>
            <a:off x="9308903" y="3419292"/>
            <a:ext cx="1097280" cy="274382"/>
            <a:chOff x="2843974" y="3408666"/>
            <a:chExt cx="1097280" cy="274382"/>
          </a:xfrm>
        </p:grpSpPr>
        <p:pic>
          <p:nvPicPr>
            <p:cNvPr id="789" name="Picture 788" descr="Icon&#10;&#10;Description automatically generated">
              <a:extLst>
                <a:ext uri="{FF2B5EF4-FFF2-40B4-BE49-F238E27FC236}">
                  <a16:creationId xmlns:a16="http://schemas.microsoft.com/office/drawing/2014/main" id="{8B4B3687-EF81-BFC5-5DA1-B28938055DE7}"/>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790" name="Picture 789" descr="A picture containing text, sign, outdoor, clipart&#10;&#10;Description automatically generated">
              <a:extLst>
                <a:ext uri="{FF2B5EF4-FFF2-40B4-BE49-F238E27FC236}">
                  <a16:creationId xmlns:a16="http://schemas.microsoft.com/office/drawing/2014/main" id="{913EEB3B-43D8-CF4A-F64E-6E5FE7A7D05D}"/>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791" name="Picture 790" descr="Icon&#10;&#10;Description automatically generated">
              <a:extLst>
                <a:ext uri="{FF2B5EF4-FFF2-40B4-BE49-F238E27FC236}">
                  <a16:creationId xmlns:a16="http://schemas.microsoft.com/office/drawing/2014/main" id="{38ADBE0D-EEE9-30B6-0BCD-FCB260C4637C}"/>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792" name="Picture 791" descr="Icon&#10;&#10;Description automatically generated">
              <a:extLst>
                <a:ext uri="{FF2B5EF4-FFF2-40B4-BE49-F238E27FC236}">
                  <a16:creationId xmlns:a16="http://schemas.microsoft.com/office/drawing/2014/main" id="{1C0D0B1B-6E5A-1FAE-75EF-06B1B3568554}"/>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793" name="Group 792">
            <a:extLst>
              <a:ext uri="{FF2B5EF4-FFF2-40B4-BE49-F238E27FC236}">
                <a16:creationId xmlns:a16="http://schemas.microsoft.com/office/drawing/2014/main" id="{F77025FA-CA60-EF8A-457D-63CDD6F6B933}"/>
              </a:ext>
            </a:extLst>
          </p:cNvPr>
          <p:cNvGrpSpPr/>
          <p:nvPr/>
        </p:nvGrpSpPr>
        <p:grpSpPr>
          <a:xfrm>
            <a:off x="9308903" y="4100073"/>
            <a:ext cx="1097280" cy="274320"/>
            <a:chOff x="2843974" y="4089447"/>
            <a:chExt cx="1097280" cy="274320"/>
          </a:xfrm>
        </p:grpSpPr>
        <p:pic>
          <p:nvPicPr>
            <p:cNvPr id="794" name="Picture 793" descr="Icon&#10;&#10;Description automatically generated">
              <a:extLst>
                <a:ext uri="{FF2B5EF4-FFF2-40B4-BE49-F238E27FC236}">
                  <a16:creationId xmlns:a16="http://schemas.microsoft.com/office/drawing/2014/main" id="{12CC29A1-0CF3-026B-4AB5-0E9E419F064D}"/>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795" name="Picture 794" descr="A picture containing text, sign, outdoor, clipart&#10;&#10;Description automatically generated">
              <a:extLst>
                <a:ext uri="{FF2B5EF4-FFF2-40B4-BE49-F238E27FC236}">
                  <a16:creationId xmlns:a16="http://schemas.microsoft.com/office/drawing/2014/main" id="{3BB0A680-7D5E-2CEE-D8DD-616218816DFD}"/>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796" name="Picture 795" descr="Icon&#10;&#10;Description automatically generated">
              <a:extLst>
                <a:ext uri="{FF2B5EF4-FFF2-40B4-BE49-F238E27FC236}">
                  <a16:creationId xmlns:a16="http://schemas.microsoft.com/office/drawing/2014/main" id="{F8924D60-FA19-629C-ED94-3D61E7852089}"/>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797" name="Picture 796" descr="Icon&#10;&#10;Description automatically generated">
              <a:extLst>
                <a:ext uri="{FF2B5EF4-FFF2-40B4-BE49-F238E27FC236}">
                  <a16:creationId xmlns:a16="http://schemas.microsoft.com/office/drawing/2014/main" id="{06B2F6AC-61C8-DAB4-D231-B049A5F2EC95}"/>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798" name="Group 797">
            <a:extLst>
              <a:ext uri="{FF2B5EF4-FFF2-40B4-BE49-F238E27FC236}">
                <a16:creationId xmlns:a16="http://schemas.microsoft.com/office/drawing/2014/main" id="{1A3EFD81-7E4E-C87A-D027-9A28BD578687}"/>
              </a:ext>
            </a:extLst>
          </p:cNvPr>
          <p:cNvGrpSpPr/>
          <p:nvPr/>
        </p:nvGrpSpPr>
        <p:grpSpPr>
          <a:xfrm>
            <a:off x="9308903" y="4780854"/>
            <a:ext cx="1097280" cy="274320"/>
            <a:chOff x="2843974" y="4770228"/>
            <a:chExt cx="1097280" cy="274320"/>
          </a:xfrm>
        </p:grpSpPr>
        <p:pic>
          <p:nvPicPr>
            <p:cNvPr id="799" name="Picture 798" descr="Icon&#10;&#10;Description automatically generated">
              <a:extLst>
                <a:ext uri="{FF2B5EF4-FFF2-40B4-BE49-F238E27FC236}">
                  <a16:creationId xmlns:a16="http://schemas.microsoft.com/office/drawing/2014/main" id="{5752E851-9912-4E49-BBA9-26F386B1785E}"/>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800" name="Picture 799" descr="A picture containing text, sign, outdoor, clipart&#10;&#10;Description automatically generated">
              <a:extLst>
                <a:ext uri="{FF2B5EF4-FFF2-40B4-BE49-F238E27FC236}">
                  <a16:creationId xmlns:a16="http://schemas.microsoft.com/office/drawing/2014/main" id="{5C38B180-4838-8049-266B-931EBCA92CBC}"/>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801" name="Picture 800" descr="Icon&#10;&#10;Description automatically generated">
              <a:extLst>
                <a:ext uri="{FF2B5EF4-FFF2-40B4-BE49-F238E27FC236}">
                  <a16:creationId xmlns:a16="http://schemas.microsoft.com/office/drawing/2014/main" id="{F7B0F592-79E1-1BA4-274F-BEE02A08C4D5}"/>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802" name="Picture 801" descr="Icon&#10;&#10;Description automatically generated">
              <a:extLst>
                <a:ext uri="{FF2B5EF4-FFF2-40B4-BE49-F238E27FC236}">
                  <a16:creationId xmlns:a16="http://schemas.microsoft.com/office/drawing/2014/main" id="{59E2DE5F-D14D-F7B9-E907-83E904867C4B}"/>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803" name="Group 802">
            <a:extLst>
              <a:ext uri="{FF2B5EF4-FFF2-40B4-BE49-F238E27FC236}">
                <a16:creationId xmlns:a16="http://schemas.microsoft.com/office/drawing/2014/main" id="{8E8A902E-6268-D7B1-8429-DD512E3AE613}"/>
              </a:ext>
            </a:extLst>
          </p:cNvPr>
          <p:cNvGrpSpPr/>
          <p:nvPr/>
        </p:nvGrpSpPr>
        <p:grpSpPr>
          <a:xfrm>
            <a:off x="9308903" y="5461635"/>
            <a:ext cx="1097280" cy="274320"/>
            <a:chOff x="2843974" y="5451009"/>
            <a:chExt cx="1097280" cy="274320"/>
          </a:xfrm>
        </p:grpSpPr>
        <p:pic>
          <p:nvPicPr>
            <p:cNvPr id="804" name="Picture 803" descr="Icon&#10;&#10;Description automatically generated">
              <a:extLst>
                <a:ext uri="{FF2B5EF4-FFF2-40B4-BE49-F238E27FC236}">
                  <a16:creationId xmlns:a16="http://schemas.microsoft.com/office/drawing/2014/main" id="{B7E45264-8F28-B107-4FEA-AD20AC86C88E}"/>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805" name="Picture 804" descr="A picture containing text, sign, outdoor, clipart&#10;&#10;Description automatically generated">
              <a:extLst>
                <a:ext uri="{FF2B5EF4-FFF2-40B4-BE49-F238E27FC236}">
                  <a16:creationId xmlns:a16="http://schemas.microsoft.com/office/drawing/2014/main" id="{B1CFC9FD-196C-E8ED-ABE8-8931AA3D430C}"/>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806" name="Picture 805" descr="Icon&#10;&#10;Description automatically generated">
              <a:extLst>
                <a:ext uri="{FF2B5EF4-FFF2-40B4-BE49-F238E27FC236}">
                  <a16:creationId xmlns:a16="http://schemas.microsoft.com/office/drawing/2014/main" id="{E99A248C-1769-70FE-7138-1930E49CC419}"/>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807" name="Picture 806" descr="Icon&#10;&#10;Description automatically generated">
              <a:extLst>
                <a:ext uri="{FF2B5EF4-FFF2-40B4-BE49-F238E27FC236}">
                  <a16:creationId xmlns:a16="http://schemas.microsoft.com/office/drawing/2014/main" id="{7D8370D7-24A2-45FB-AE5A-E954C5F9F86A}"/>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808" name="Picture 807" descr="Icon&#10;&#10;Description automatically generated">
            <a:extLst>
              <a:ext uri="{FF2B5EF4-FFF2-40B4-BE49-F238E27FC236}">
                <a16:creationId xmlns:a16="http://schemas.microsoft.com/office/drawing/2014/main" id="{7DB867E6-168D-659B-BE70-598984A9EE9B}"/>
              </a:ext>
            </a:extLst>
          </p:cNvPr>
          <p:cNvPicPr>
            <a:picLocks noChangeAspect="1"/>
          </p:cNvPicPr>
          <p:nvPr/>
        </p:nvPicPr>
        <p:blipFill>
          <a:blip r:embed="rId18">
            <a:duotone>
              <a:schemeClr val="accent3">
                <a:shade val="45000"/>
                <a:satMod val="135000"/>
              </a:schemeClr>
              <a:prstClr val="white"/>
            </a:duotone>
          </a:blip>
          <a:stretch>
            <a:fillRect/>
          </a:stretch>
        </p:blipFill>
        <p:spPr>
          <a:xfrm>
            <a:off x="9318047" y="1381777"/>
            <a:ext cx="256032" cy="256032"/>
          </a:xfrm>
          <a:prstGeom prst="rect">
            <a:avLst/>
          </a:prstGeom>
        </p:spPr>
      </p:pic>
      <p:pic>
        <p:nvPicPr>
          <p:cNvPr id="809" name="Picture 808" descr="Icon&#10;&#10;Description automatically generated">
            <a:extLst>
              <a:ext uri="{FF2B5EF4-FFF2-40B4-BE49-F238E27FC236}">
                <a16:creationId xmlns:a16="http://schemas.microsoft.com/office/drawing/2014/main" id="{01FFC256-0129-3216-B4F4-ADD742B73F72}"/>
              </a:ext>
            </a:extLst>
          </p:cNvPr>
          <p:cNvPicPr>
            <a:picLocks noChangeAspect="1"/>
          </p:cNvPicPr>
          <p:nvPr/>
        </p:nvPicPr>
        <p:blipFill>
          <a:blip r:embed="rId15">
            <a:duotone>
              <a:schemeClr val="accent3">
                <a:shade val="45000"/>
                <a:satMod val="135000"/>
              </a:schemeClr>
              <a:prstClr val="white"/>
            </a:duotone>
          </a:blip>
          <a:stretch>
            <a:fillRect/>
          </a:stretch>
        </p:blipFill>
        <p:spPr>
          <a:xfrm>
            <a:off x="9592689" y="1381777"/>
            <a:ext cx="256032" cy="256032"/>
          </a:xfrm>
          <a:prstGeom prst="rect">
            <a:avLst/>
          </a:prstGeom>
        </p:spPr>
      </p:pic>
      <p:pic>
        <p:nvPicPr>
          <p:cNvPr id="811" name="Picture 810" descr="Icon&#10;&#10;Description automatically generated">
            <a:extLst>
              <a:ext uri="{FF2B5EF4-FFF2-40B4-BE49-F238E27FC236}">
                <a16:creationId xmlns:a16="http://schemas.microsoft.com/office/drawing/2014/main" id="{24A8FCAA-DEE4-4F14-7151-C12186283E6B}"/>
              </a:ext>
            </a:extLst>
          </p:cNvPr>
          <p:cNvPicPr>
            <a:picLocks noChangeAspect="1"/>
          </p:cNvPicPr>
          <p:nvPr/>
        </p:nvPicPr>
        <p:blipFill>
          <a:blip r:embed="rId17">
            <a:duotone>
              <a:schemeClr val="accent3">
                <a:shade val="45000"/>
                <a:satMod val="135000"/>
              </a:schemeClr>
              <a:prstClr val="white"/>
            </a:duotone>
          </a:blip>
          <a:stretch>
            <a:fillRect/>
          </a:stretch>
        </p:blipFill>
        <p:spPr>
          <a:xfrm>
            <a:off x="10141972" y="1381777"/>
            <a:ext cx="256032" cy="256032"/>
          </a:xfrm>
          <a:prstGeom prst="rect">
            <a:avLst/>
          </a:prstGeom>
        </p:spPr>
      </p:pic>
      <p:pic>
        <p:nvPicPr>
          <p:cNvPr id="812" name="Picture 811" descr="Icon&#10;&#10;Description automatically generated">
            <a:extLst>
              <a:ext uri="{FF2B5EF4-FFF2-40B4-BE49-F238E27FC236}">
                <a16:creationId xmlns:a16="http://schemas.microsoft.com/office/drawing/2014/main" id="{DF8916FC-AA1B-1680-0AFF-F2167F3E1E01}"/>
              </a:ext>
            </a:extLst>
          </p:cNvPr>
          <p:cNvPicPr>
            <a:picLocks noChangeAspect="1"/>
          </p:cNvPicPr>
          <p:nvPr/>
        </p:nvPicPr>
        <p:blipFill>
          <a:blip r:embed="rId18">
            <a:duotone>
              <a:schemeClr val="accent3">
                <a:shade val="45000"/>
                <a:satMod val="135000"/>
              </a:schemeClr>
              <a:prstClr val="white"/>
            </a:duotone>
          </a:blip>
          <a:stretch>
            <a:fillRect/>
          </a:stretch>
        </p:blipFill>
        <p:spPr>
          <a:xfrm>
            <a:off x="9314358" y="2070868"/>
            <a:ext cx="256032" cy="256032"/>
          </a:xfrm>
          <a:prstGeom prst="rect">
            <a:avLst/>
          </a:prstGeom>
        </p:spPr>
      </p:pic>
      <p:pic>
        <p:nvPicPr>
          <p:cNvPr id="814" name="Picture 813" descr="Icon&#10;&#10;Description automatically generated">
            <a:extLst>
              <a:ext uri="{FF2B5EF4-FFF2-40B4-BE49-F238E27FC236}">
                <a16:creationId xmlns:a16="http://schemas.microsoft.com/office/drawing/2014/main" id="{9D9B941B-D290-D273-E138-499532B9A799}"/>
              </a:ext>
            </a:extLst>
          </p:cNvPr>
          <p:cNvPicPr>
            <a:picLocks noChangeAspect="1"/>
          </p:cNvPicPr>
          <p:nvPr/>
        </p:nvPicPr>
        <p:blipFill>
          <a:blip r:embed="rId16">
            <a:duotone>
              <a:schemeClr val="accent3">
                <a:shade val="45000"/>
                <a:satMod val="135000"/>
              </a:schemeClr>
              <a:prstClr val="white"/>
            </a:duotone>
          </a:blip>
          <a:stretch>
            <a:fillRect/>
          </a:stretch>
        </p:blipFill>
        <p:spPr>
          <a:xfrm>
            <a:off x="9863642" y="2070868"/>
            <a:ext cx="256032" cy="256032"/>
          </a:xfrm>
          <a:prstGeom prst="rect">
            <a:avLst/>
          </a:prstGeom>
        </p:spPr>
      </p:pic>
      <p:pic>
        <p:nvPicPr>
          <p:cNvPr id="815" name="Picture 814" descr="Icon&#10;&#10;Description automatically generated">
            <a:extLst>
              <a:ext uri="{FF2B5EF4-FFF2-40B4-BE49-F238E27FC236}">
                <a16:creationId xmlns:a16="http://schemas.microsoft.com/office/drawing/2014/main" id="{704434C7-F995-70D2-D7ED-61198138E808}"/>
              </a:ext>
            </a:extLst>
          </p:cNvPr>
          <p:cNvPicPr>
            <a:picLocks noChangeAspect="1"/>
          </p:cNvPicPr>
          <p:nvPr/>
        </p:nvPicPr>
        <p:blipFill>
          <a:blip r:embed="rId17">
            <a:duotone>
              <a:schemeClr val="accent3">
                <a:shade val="45000"/>
                <a:satMod val="135000"/>
              </a:schemeClr>
              <a:prstClr val="white"/>
            </a:duotone>
          </a:blip>
          <a:stretch>
            <a:fillRect/>
          </a:stretch>
        </p:blipFill>
        <p:spPr>
          <a:xfrm>
            <a:off x="10138283" y="2070868"/>
            <a:ext cx="256032" cy="256032"/>
          </a:xfrm>
          <a:prstGeom prst="rect">
            <a:avLst/>
          </a:prstGeom>
        </p:spPr>
      </p:pic>
      <p:pic>
        <p:nvPicPr>
          <p:cNvPr id="817" name="Picture 816" descr="Icon&#10;&#10;Description automatically generated">
            <a:extLst>
              <a:ext uri="{FF2B5EF4-FFF2-40B4-BE49-F238E27FC236}">
                <a16:creationId xmlns:a16="http://schemas.microsoft.com/office/drawing/2014/main" id="{5A0B2FE4-BDA4-B4E6-426D-3F5194AE0577}"/>
              </a:ext>
            </a:extLst>
          </p:cNvPr>
          <p:cNvPicPr>
            <a:picLocks noChangeAspect="1"/>
          </p:cNvPicPr>
          <p:nvPr/>
        </p:nvPicPr>
        <p:blipFill>
          <a:blip r:embed="rId15">
            <a:duotone>
              <a:schemeClr val="accent3">
                <a:shade val="45000"/>
                <a:satMod val="135000"/>
              </a:schemeClr>
              <a:prstClr val="white"/>
            </a:duotone>
          </a:blip>
          <a:stretch>
            <a:fillRect/>
          </a:stretch>
        </p:blipFill>
        <p:spPr>
          <a:xfrm>
            <a:off x="9588191" y="2752202"/>
            <a:ext cx="256032" cy="256032"/>
          </a:xfrm>
          <a:prstGeom prst="rect">
            <a:avLst/>
          </a:prstGeom>
        </p:spPr>
      </p:pic>
      <p:pic>
        <p:nvPicPr>
          <p:cNvPr id="818" name="Picture 817" descr="Icon&#10;&#10;Description automatically generated">
            <a:extLst>
              <a:ext uri="{FF2B5EF4-FFF2-40B4-BE49-F238E27FC236}">
                <a16:creationId xmlns:a16="http://schemas.microsoft.com/office/drawing/2014/main" id="{B1AFB9B7-2EAD-D532-D6ED-26BE3CA32541}"/>
              </a:ext>
            </a:extLst>
          </p:cNvPr>
          <p:cNvPicPr>
            <a:picLocks noChangeAspect="1"/>
          </p:cNvPicPr>
          <p:nvPr/>
        </p:nvPicPr>
        <p:blipFill>
          <a:blip r:embed="rId16">
            <a:duotone>
              <a:schemeClr val="accent3">
                <a:shade val="45000"/>
                <a:satMod val="135000"/>
              </a:schemeClr>
              <a:prstClr val="white"/>
            </a:duotone>
          </a:blip>
          <a:stretch>
            <a:fillRect/>
          </a:stretch>
        </p:blipFill>
        <p:spPr>
          <a:xfrm>
            <a:off x="9862833" y="2752202"/>
            <a:ext cx="256032" cy="256032"/>
          </a:xfrm>
          <a:prstGeom prst="rect">
            <a:avLst/>
          </a:prstGeom>
        </p:spPr>
      </p:pic>
      <p:pic>
        <p:nvPicPr>
          <p:cNvPr id="819" name="Picture 818" descr="Icon&#10;&#10;Description automatically generated">
            <a:extLst>
              <a:ext uri="{FF2B5EF4-FFF2-40B4-BE49-F238E27FC236}">
                <a16:creationId xmlns:a16="http://schemas.microsoft.com/office/drawing/2014/main" id="{1032F3D3-64E7-546C-E89D-A4251D25BFBB}"/>
              </a:ext>
            </a:extLst>
          </p:cNvPr>
          <p:cNvPicPr>
            <a:picLocks noChangeAspect="1"/>
          </p:cNvPicPr>
          <p:nvPr/>
        </p:nvPicPr>
        <p:blipFill>
          <a:blip r:embed="rId17">
            <a:duotone>
              <a:schemeClr val="accent3">
                <a:shade val="45000"/>
                <a:satMod val="135000"/>
              </a:schemeClr>
              <a:prstClr val="white"/>
            </a:duotone>
          </a:blip>
          <a:stretch>
            <a:fillRect/>
          </a:stretch>
        </p:blipFill>
        <p:spPr>
          <a:xfrm>
            <a:off x="10137474" y="2752202"/>
            <a:ext cx="256032" cy="256032"/>
          </a:xfrm>
          <a:prstGeom prst="rect">
            <a:avLst/>
          </a:prstGeom>
        </p:spPr>
      </p:pic>
      <p:pic>
        <p:nvPicPr>
          <p:cNvPr id="820" name="Picture 819" descr="Icon&#10;&#10;Description automatically generated">
            <a:extLst>
              <a:ext uri="{FF2B5EF4-FFF2-40B4-BE49-F238E27FC236}">
                <a16:creationId xmlns:a16="http://schemas.microsoft.com/office/drawing/2014/main" id="{A5208D5C-B3C5-72A1-858B-0B98FC500075}"/>
              </a:ext>
            </a:extLst>
          </p:cNvPr>
          <p:cNvPicPr>
            <a:picLocks noChangeAspect="1"/>
          </p:cNvPicPr>
          <p:nvPr/>
        </p:nvPicPr>
        <p:blipFill>
          <a:blip r:embed="rId18">
            <a:duotone>
              <a:schemeClr val="accent3">
                <a:shade val="45000"/>
                <a:satMod val="135000"/>
              </a:schemeClr>
              <a:prstClr val="white"/>
            </a:duotone>
          </a:blip>
          <a:stretch>
            <a:fillRect/>
          </a:stretch>
        </p:blipFill>
        <p:spPr>
          <a:xfrm>
            <a:off x="9314358" y="3431180"/>
            <a:ext cx="256032" cy="256032"/>
          </a:xfrm>
          <a:prstGeom prst="rect">
            <a:avLst/>
          </a:prstGeom>
        </p:spPr>
      </p:pic>
      <p:pic>
        <p:nvPicPr>
          <p:cNvPr id="821" name="Picture 820" descr="Icon&#10;&#10;Description automatically generated">
            <a:extLst>
              <a:ext uri="{FF2B5EF4-FFF2-40B4-BE49-F238E27FC236}">
                <a16:creationId xmlns:a16="http://schemas.microsoft.com/office/drawing/2014/main" id="{291C8442-813D-CE8D-6D5A-6FF5B66F6DEE}"/>
              </a:ext>
            </a:extLst>
          </p:cNvPr>
          <p:cNvPicPr>
            <a:picLocks noChangeAspect="1"/>
          </p:cNvPicPr>
          <p:nvPr/>
        </p:nvPicPr>
        <p:blipFill>
          <a:blip r:embed="rId15">
            <a:duotone>
              <a:schemeClr val="accent3">
                <a:shade val="45000"/>
                <a:satMod val="135000"/>
              </a:schemeClr>
              <a:prstClr val="white"/>
            </a:duotone>
          </a:blip>
          <a:stretch>
            <a:fillRect/>
          </a:stretch>
        </p:blipFill>
        <p:spPr>
          <a:xfrm>
            <a:off x="9589000" y="3431180"/>
            <a:ext cx="256032" cy="256032"/>
          </a:xfrm>
          <a:prstGeom prst="rect">
            <a:avLst/>
          </a:prstGeom>
        </p:spPr>
      </p:pic>
      <p:pic>
        <p:nvPicPr>
          <p:cNvPr id="823" name="Picture 822" descr="Icon&#10;&#10;Description automatically generated">
            <a:extLst>
              <a:ext uri="{FF2B5EF4-FFF2-40B4-BE49-F238E27FC236}">
                <a16:creationId xmlns:a16="http://schemas.microsoft.com/office/drawing/2014/main" id="{D1EADC00-5293-9BD8-EACC-642BAB3651D9}"/>
              </a:ext>
            </a:extLst>
          </p:cNvPr>
          <p:cNvPicPr>
            <a:picLocks noChangeAspect="1"/>
          </p:cNvPicPr>
          <p:nvPr/>
        </p:nvPicPr>
        <p:blipFill>
          <a:blip r:embed="rId17">
            <a:duotone>
              <a:schemeClr val="accent3">
                <a:shade val="45000"/>
                <a:satMod val="135000"/>
              </a:schemeClr>
              <a:prstClr val="white"/>
            </a:duotone>
          </a:blip>
          <a:stretch>
            <a:fillRect/>
          </a:stretch>
        </p:blipFill>
        <p:spPr>
          <a:xfrm>
            <a:off x="10138283" y="3431180"/>
            <a:ext cx="256032" cy="256032"/>
          </a:xfrm>
          <a:prstGeom prst="rect">
            <a:avLst/>
          </a:prstGeom>
        </p:spPr>
      </p:pic>
      <p:pic>
        <p:nvPicPr>
          <p:cNvPr id="825" name="Picture 824" descr="Icon&#10;&#10;Description automatically generated">
            <a:extLst>
              <a:ext uri="{FF2B5EF4-FFF2-40B4-BE49-F238E27FC236}">
                <a16:creationId xmlns:a16="http://schemas.microsoft.com/office/drawing/2014/main" id="{387B76DE-1B1D-E597-8A28-B97EED439D97}"/>
              </a:ext>
            </a:extLst>
          </p:cNvPr>
          <p:cNvPicPr>
            <a:picLocks noChangeAspect="1"/>
          </p:cNvPicPr>
          <p:nvPr/>
        </p:nvPicPr>
        <p:blipFill>
          <a:blip r:embed="rId15">
            <a:duotone>
              <a:schemeClr val="accent3">
                <a:shade val="45000"/>
                <a:satMod val="135000"/>
              </a:schemeClr>
              <a:prstClr val="white"/>
            </a:duotone>
          </a:blip>
          <a:stretch>
            <a:fillRect/>
          </a:stretch>
        </p:blipFill>
        <p:spPr>
          <a:xfrm>
            <a:off x="9600868" y="4107051"/>
            <a:ext cx="256032" cy="256032"/>
          </a:xfrm>
          <a:prstGeom prst="rect">
            <a:avLst/>
          </a:prstGeom>
        </p:spPr>
      </p:pic>
      <p:pic>
        <p:nvPicPr>
          <p:cNvPr id="826" name="Picture 825" descr="Icon&#10;&#10;Description automatically generated">
            <a:extLst>
              <a:ext uri="{FF2B5EF4-FFF2-40B4-BE49-F238E27FC236}">
                <a16:creationId xmlns:a16="http://schemas.microsoft.com/office/drawing/2014/main" id="{FDE5AF7D-FC4F-345C-C5C7-D0ADC7F21AFF}"/>
              </a:ext>
            </a:extLst>
          </p:cNvPr>
          <p:cNvPicPr>
            <a:picLocks noChangeAspect="1"/>
          </p:cNvPicPr>
          <p:nvPr/>
        </p:nvPicPr>
        <p:blipFill>
          <a:blip r:embed="rId16">
            <a:duotone>
              <a:schemeClr val="accent3">
                <a:shade val="45000"/>
                <a:satMod val="135000"/>
              </a:schemeClr>
              <a:prstClr val="white"/>
            </a:duotone>
          </a:blip>
          <a:stretch>
            <a:fillRect/>
          </a:stretch>
        </p:blipFill>
        <p:spPr>
          <a:xfrm>
            <a:off x="9875510" y="4107051"/>
            <a:ext cx="256032" cy="256032"/>
          </a:xfrm>
          <a:prstGeom prst="rect">
            <a:avLst/>
          </a:prstGeom>
        </p:spPr>
      </p:pic>
      <p:pic>
        <p:nvPicPr>
          <p:cNvPr id="827" name="Picture 826" descr="Icon&#10;&#10;Description automatically generated">
            <a:extLst>
              <a:ext uri="{FF2B5EF4-FFF2-40B4-BE49-F238E27FC236}">
                <a16:creationId xmlns:a16="http://schemas.microsoft.com/office/drawing/2014/main" id="{6D0B6A93-BAF8-819B-7BB8-3B2E36E49DE5}"/>
              </a:ext>
            </a:extLst>
          </p:cNvPr>
          <p:cNvPicPr>
            <a:picLocks noChangeAspect="1"/>
          </p:cNvPicPr>
          <p:nvPr/>
        </p:nvPicPr>
        <p:blipFill>
          <a:blip r:embed="rId17">
            <a:duotone>
              <a:schemeClr val="accent3">
                <a:shade val="45000"/>
                <a:satMod val="135000"/>
              </a:schemeClr>
              <a:prstClr val="white"/>
            </a:duotone>
          </a:blip>
          <a:stretch>
            <a:fillRect/>
          </a:stretch>
        </p:blipFill>
        <p:spPr>
          <a:xfrm>
            <a:off x="10150151" y="4107051"/>
            <a:ext cx="256032" cy="256032"/>
          </a:xfrm>
          <a:prstGeom prst="rect">
            <a:avLst/>
          </a:prstGeom>
        </p:spPr>
      </p:pic>
      <p:pic>
        <p:nvPicPr>
          <p:cNvPr id="828" name="Picture 827" descr="Icon&#10;&#10;Description automatically generated">
            <a:extLst>
              <a:ext uri="{FF2B5EF4-FFF2-40B4-BE49-F238E27FC236}">
                <a16:creationId xmlns:a16="http://schemas.microsoft.com/office/drawing/2014/main" id="{F6FBC969-4528-6E58-9D2B-91B6EA6C7A4D}"/>
              </a:ext>
            </a:extLst>
          </p:cNvPr>
          <p:cNvPicPr>
            <a:picLocks noChangeAspect="1"/>
          </p:cNvPicPr>
          <p:nvPr/>
        </p:nvPicPr>
        <p:blipFill>
          <a:blip r:embed="rId18">
            <a:duotone>
              <a:schemeClr val="accent3">
                <a:shade val="45000"/>
                <a:satMod val="135000"/>
              </a:schemeClr>
              <a:prstClr val="white"/>
            </a:duotone>
          </a:blip>
          <a:stretch>
            <a:fillRect/>
          </a:stretch>
        </p:blipFill>
        <p:spPr>
          <a:xfrm>
            <a:off x="9321336" y="4794252"/>
            <a:ext cx="256032" cy="256032"/>
          </a:xfrm>
          <a:prstGeom prst="rect">
            <a:avLst/>
          </a:prstGeom>
        </p:spPr>
      </p:pic>
      <p:pic>
        <p:nvPicPr>
          <p:cNvPr id="830" name="Picture 829" descr="Icon&#10;&#10;Description automatically generated">
            <a:extLst>
              <a:ext uri="{FF2B5EF4-FFF2-40B4-BE49-F238E27FC236}">
                <a16:creationId xmlns:a16="http://schemas.microsoft.com/office/drawing/2014/main" id="{43E26B89-5CEC-7424-D4C0-0F8993243CB0}"/>
              </a:ext>
            </a:extLst>
          </p:cNvPr>
          <p:cNvPicPr>
            <a:picLocks noChangeAspect="1"/>
          </p:cNvPicPr>
          <p:nvPr/>
        </p:nvPicPr>
        <p:blipFill>
          <a:blip r:embed="rId16">
            <a:duotone>
              <a:schemeClr val="accent3">
                <a:shade val="45000"/>
                <a:satMod val="135000"/>
              </a:schemeClr>
              <a:prstClr val="white"/>
            </a:duotone>
          </a:blip>
          <a:stretch>
            <a:fillRect/>
          </a:stretch>
        </p:blipFill>
        <p:spPr>
          <a:xfrm>
            <a:off x="9870620" y="4794252"/>
            <a:ext cx="256032" cy="256032"/>
          </a:xfrm>
          <a:prstGeom prst="rect">
            <a:avLst/>
          </a:prstGeom>
        </p:spPr>
      </p:pic>
      <p:pic>
        <p:nvPicPr>
          <p:cNvPr id="831" name="Picture 830" descr="Icon&#10;&#10;Description automatically generated">
            <a:extLst>
              <a:ext uri="{FF2B5EF4-FFF2-40B4-BE49-F238E27FC236}">
                <a16:creationId xmlns:a16="http://schemas.microsoft.com/office/drawing/2014/main" id="{D76E48E3-2B5B-2CA8-D66A-8AA89FDEB8F3}"/>
              </a:ext>
            </a:extLst>
          </p:cNvPr>
          <p:cNvPicPr>
            <a:picLocks noChangeAspect="1"/>
          </p:cNvPicPr>
          <p:nvPr/>
        </p:nvPicPr>
        <p:blipFill>
          <a:blip r:embed="rId17">
            <a:duotone>
              <a:schemeClr val="accent3">
                <a:shade val="45000"/>
                <a:satMod val="135000"/>
              </a:schemeClr>
              <a:prstClr val="white"/>
            </a:duotone>
          </a:blip>
          <a:stretch>
            <a:fillRect/>
          </a:stretch>
        </p:blipFill>
        <p:spPr>
          <a:xfrm>
            <a:off x="10145261" y="4794252"/>
            <a:ext cx="256032" cy="256032"/>
          </a:xfrm>
          <a:prstGeom prst="rect">
            <a:avLst/>
          </a:prstGeom>
        </p:spPr>
      </p:pic>
      <p:pic>
        <p:nvPicPr>
          <p:cNvPr id="833" name="Picture 832" descr="Icon&#10;&#10;Description automatically generated">
            <a:extLst>
              <a:ext uri="{FF2B5EF4-FFF2-40B4-BE49-F238E27FC236}">
                <a16:creationId xmlns:a16="http://schemas.microsoft.com/office/drawing/2014/main" id="{38699B82-AFCF-A888-D6EB-DB47D49A563A}"/>
              </a:ext>
            </a:extLst>
          </p:cNvPr>
          <p:cNvPicPr>
            <a:picLocks noChangeAspect="1"/>
          </p:cNvPicPr>
          <p:nvPr/>
        </p:nvPicPr>
        <p:blipFill>
          <a:blip r:embed="rId15">
            <a:duotone>
              <a:schemeClr val="accent3">
                <a:shade val="45000"/>
                <a:satMod val="135000"/>
              </a:schemeClr>
              <a:prstClr val="white"/>
            </a:duotone>
          </a:blip>
          <a:stretch>
            <a:fillRect/>
          </a:stretch>
        </p:blipFill>
        <p:spPr>
          <a:xfrm>
            <a:off x="9595978" y="5475586"/>
            <a:ext cx="256032" cy="256032"/>
          </a:xfrm>
          <a:prstGeom prst="rect">
            <a:avLst/>
          </a:prstGeom>
        </p:spPr>
      </p:pic>
      <p:pic>
        <p:nvPicPr>
          <p:cNvPr id="835" name="Picture 834" descr="Icon&#10;&#10;Description automatically generated">
            <a:extLst>
              <a:ext uri="{FF2B5EF4-FFF2-40B4-BE49-F238E27FC236}">
                <a16:creationId xmlns:a16="http://schemas.microsoft.com/office/drawing/2014/main" id="{F7E786CE-F550-0640-76E5-366EB33E4ECD}"/>
              </a:ext>
            </a:extLst>
          </p:cNvPr>
          <p:cNvPicPr>
            <a:picLocks noChangeAspect="1"/>
          </p:cNvPicPr>
          <p:nvPr/>
        </p:nvPicPr>
        <p:blipFill>
          <a:blip r:embed="rId17">
            <a:duotone>
              <a:schemeClr val="accent3">
                <a:shade val="45000"/>
                <a:satMod val="135000"/>
              </a:schemeClr>
              <a:prstClr val="white"/>
            </a:duotone>
          </a:blip>
          <a:stretch>
            <a:fillRect/>
          </a:stretch>
        </p:blipFill>
        <p:spPr>
          <a:xfrm>
            <a:off x="10145261" y="5475586"/>
            <a:ext cx="256032" cy="256032"/>
          </a:xfrm>
          <a:prstGeom prst="rect">
            <a:avLst/>
          </a:prstGeom>
        </p:spPr>
      </p:pic>
      <p:grpSp>
        <p:nvGrpSpPr>
          <p:cNvPr id="836" name="Group 835">
            <a:extLst>
              <a:ext uri="{FF2B5EF4-FFF2-40B4-BE49-F238E27FC236}">
                <a16:creationId xmlns:a16="http://schemas.microsoft.com/office/drawing/2014/main" id="{F8B3D05C-87DA-86C1-5E92-1A344606C3AB}"/>
              </a:ext>
            </a:extLst>
          </p:cNvPr>
          <p:cNvGrpSpPr/>
          <p:nvPr/>
        </p:nvGrpSpPr>
        <p:grpSpPr>
          <a:xfrm>
            <a:off x="10600073" y="1373759"/>
            <a:ext cx="1097280" cy="274320"/>
            <a:chOff x="2843974" y="1366323"/>
            <a:chExt cx="1097280" cy="274320"/>
          </a:xfrm>
        </p:grpSpPr>
        <p:pic>
          <p:nvPicPr>
            <p:cNvPr id="837" name="Picture 836" descr="Icon&#10;&#10;Description automatically generated">
              <a:extLst>
                <a:ext uri="{FF2B5EF4-FFF2-40B4-BE49-F238E27FC236}">
                  <a16:creationId xmlns:a16="http://schemas.microsoft.com/office/drawing/2014/main" id="{F0653701-64B6-5C0F-3AE6-9E086C5C6A09}"/>
                </a:ext>
              </a:extLst>
            </p:cNvPr>
            <p:cNvPicPr>
              <a:picLocks noChangeAspect="1"/>
            </p:cNvPicPr>
            <p:nvPr/>
          </p:nvPicPr>
          <p:blipFill>
            <a:blip r:embed="rId3"/>
            <a:stretch>
              <a:fillRect/>
            </a:stretch>
          </p:blipFill>
          <p:spPr>
            <a:xfrm>
              <a:off x="2843974" y="1366323"/>
              <a:ext cx="274320" cy="274320"/>
            </a:xfrm>
            <a:prstGeom prst="rect">
              <a:avLst/>
            </a:prstGeom>
          </p:spPr>
        </p:pic>
        <p:pic>
          <p:nvPicPr>
            <p:cNvPr id="838" name="Picture 837" descr="A picture containing text, sign, outdoor, clipart&#10;&#10;Description automatically generated">
              <a:extLst>
                <a:ext uri="{FF2B5EF4-FFF2-40B4-BE49-F238E27FC236}">
                  <a16:creationId xmlns:a16="http://schemas.microsoft.com/office/drawing/2014/main" id="{3F9BE03B-6004-7009-C94B-C5720AB5506F}"/>
                </a:ext>
              </a:extLst>
            </p:cNvPr>
            <p:cNvPicPr>
              <a:picLocks noChangeAspect="1"/>
            </p:cNvPicPr>
            <p:nvPr/>
          </p:nvPicPr>
          <p:blipFill>
            <a:blip r:embed="rId9"/>
            <a:stretch>
              <a:fillRect/>
            </a:stretch>
          </p:blipFill>
          <p:spPr>
            <a:xfrm>
              <a:off x="3118294" y="1366323"/>
              <a:ext cx="274320" cy="274320"/>
            </a:xfrm>
            <a:prstGeom prst="rect">
              <a:avLst/>
            </a:prstGeom>
          </p:spPr>
        </p:pic>
        <p:pic>
          <p:nvPicPr>
            <p:cNvPr id="839" name="Picture 838" descr="Icon&#10;&#10;Description automatically generated">
              <a:extLst>
                <a:ext uri="{FF2B5EF4-FFF2-40B4-BE49-F238E27FC236}">
                  <a16:creationId xmlns:a16="http://schemas.microsoft.com/office/drawing/2014/main" id="{0B7DB623-271E-D1BC-912B-87956E62ADD5}"/>
                </a:ext>
              </a:extLst>
            </p:cNvPr>
            <p:cNvPicPr>
              <a:picLocks noChangeAspect="1"/>
            </p:cNvPicPr>
            <p:nvPr/>
          </p:nvPicPr>
          <p:blipFill>
            <a:blip r:embed="rId6"/>
            <a:stretch>
              <a:fillRect/>
            </a:stretch>
          </p:blipFill>
          <p:spPr>
            <a:xfrm>
              <a:off x="3392614" y="1366323"/>
              <a:ext cx="274320" cy="274320"/>
            </a:xfrm>
            <a:prstGeom prst="rect">
              <a:avLst/>
            </a:prstGeom>
          </p:spPr>
        </p:pic>
        <p:pic>
          <p:nvPicPr>
            <p:cNvPr id="840" name="Picture 839" descr="Icon&#10;&#10;Description automatically generated">
              <a:extLst>
                <a:ext uri="{FF2B5EF4-FFF2-40B4-BE49-F238E27FC236}">
                  <a16:creationId xmlns:a16="http://schemas.microsoft.com/office/drawing/2014/main" id="{324DE3D7-8909-A8A8-AED6-36D49CE3E028}"/>
                </a:ext>
              </a:extLst>
            </p:cNvPr>
            <p:cNvPicPr>
              <a:picLocks noChangeAspect="1"/>
            </p:cNvPicPr>
            <p:nvPr/>
          </p:nvPicPr>
          <p:blipFill>
            <a:blip r:embed="rId12"/>
            <a:stretch>
              <a:fillRect/>
            </a:stretch>
          </p:blipFill>
          <p:spPr>
            <a:xfrm>
              <a:off x="3666934" y="1366323"/>
              <a:ext cx="274320" cy="274320"/>
            </a:xfrm>
            <a:prstGeom prst="rect">
              <a:avLst/>
            </a:prstGeom>
          </p:spPr>
        </p:pic>
      </p:grpSp>
      <p:grpSp>
        <p:nvGrpSpPr>
          <p:cNvPr id="841" name="Group 840">
            <a:extLst>
              <a:ext uri="{FF2B5EF4-FFF2-40B4-BE49-F238E27FC236}">
                <a16:creationId xmlns:a16="http://schemas.microsoft.com/office/drawing/2014/main" id="{8EDF1600-6155-1B0A-DCE4-0EB7E0823E56}"/>
              </a:ext>
            </a:extLst>
          </p:cNvPr>
          <p:cNvGrpSpPr/>
          <p:nvPr/>
        </p:nvGrpSpPr>
        <p:grpSpPr>
          <a:xfrm>
            <a:off x="10600073" y="2054540"/>
            <a:ext cx="1097280" cy="274320"/>
            <a:chOff x="2843974" y="2047104"/>
            <a:chExt cx="1097280" cy="274320"/>
          </a:xfrm>
        </p:grpSpPr>
        <p:pic>
          <p:nvPicPr>
            <p:cNvPr id="842" name="Picture 841" descr="Icon&#10;&#10;Description automatically generated">
              <a:extLst>
                <a:ext uri="{FF2B5EF4-FFF2-40B4-BE49-F238E27FC236}">
                  <a16:creationId xmlns:a16="http://schemas.microsoft.com/office/drawing/2014/main" id="{C3958CB8-058C-2AFD-35A4-C3327D49BC5C}"/>
                </a:ext>
              </a:extLst>
            </p:cNvPr>
            <p:cNvPicPr>
              <a:picLocks noChangeAspect="1"/>
            </p:cNvPicPr>
            <p:nvPr/>
          </p:nvPicPr>
          <p:blipFill>
            <a:blip r:embed="rId3"/>
            <a:stretch>
              <a:fillRect/>
            </a:stretch>
          </p:blipFill>
          <p:spPr>
            <a:xfrm>
              <a:off x="2843974" y="2047104"/>
              <a:ext cx="274320" cy="274320"/>
            </a:xfrm>
            <a:prstGeom prst="rect">
              <a:avLst/>
            </a:prstGeom>
          </p:spPr>
        </p:pic>
        <p:pic>
          <p:nvPicPr>
            <p:cNvPr id="843" name="Picture 842" descr="A picture containing text, sign, outdoor, clipart&#10;&#10;Description automatically generated">
              <a:extLst>
                <a:ext uri="{FF2B5EF4-FFF2-40B4-BE49-F238E27FC236}">
                  <a16:creationId xmlns:a16="http://schemas.microsoft.com/office/drawing/2014/main" id="{109E69D4-D522-4478-59E6-6A29F7E86404}"/>
                </a:ext>
              </a:extLst>
            </p:cNvPr>
            <p:cNvPicPr>
              <a:picLocks noChangeAspect="1"/>
            </p:cNvPicPr>
            <p:nvPr/>
          </p:nvPicPr>
          <p:blipFill>
            <a:blip r:embed="rId9"/>
            <a:stretch>
              <a:fillRect/>
            </a:stretch>
          </p:blipFill>
          <p:spPr>
            <a:xfrm>
              <a:off x="3118294" y="2047104"/>
              <a:ext cx="274320" cy="274320"/>
            </a:xfrm>
            <a:prstGeom prst="rect">
              <a:avLst/>
            </a:prstGeom>
          </p:spPr>
        </p:pic>
        <p:pic>
          <p:nvPicPr>
            <p:cNvPr id="844" name="Picture 843" descr="Icon&#10;&#10;Description automatically generated">
              <a:extLst>
                <a:ext uri="{FF2B5EF4-FFF2-40B4-BE49-F238E27FC236}">
                  <a16:creationId xmlns:a16="http://schemas.microsoft.com/office/drawing/2014/main" id="{AA2660AA-4A5B-0A92-3079-E40692B789D6}"/>
                </a:ext>
              </a:extLst>
            </p:cNvPr>
            <p:cNvPicPr>
              <a:picLocks noChangeAspect="1"/>
            </p:cNvPicPr>
            <p:nvPr/>
          </p:nvPicPr>
          <p:blipFill>
            <a:blip r:embed="rId6"/>
            <a:stretch>
              <a:fillRect/>
            </a:stretch>
          </p:blipFill>
          <p:spPr>
            <a:xfrm>
              <a:off x="3392614" y="2047104"/>
              <a:ext cx="274320" cy="274320"/>
            </a:xfrm>
            <a:prstGeom prst="rect">
              <a:avLst/>
            </a:prstGeom>
          </p:spPr>
        </p:pic>
        <p:pic>
          <p:nvPicPr>
            <p:cNvPr id="845" name="Picture 844" descr="Icon&#10;&#10;Description automatically generated">
              <a:extLst>
                <a:ext uri="{FF2B5EF4-FFF2-40B4-BE49-F238E27FC236}">
                  <a16:creationId xmlns:a16="http://schemas.microsoft.com/office/drawing/2014/main" id="{9BDF9CA1-3275-D3EF-2647-C9A3699F119F}"/>
                </a:ext>
              </a:extLst>
            </p:cNvPr>
            <p:cNvPicPr>
              <a:picLocks noChangeAspect="1"/>
            </p:cNvPicPr>
            <p:nvPr/>
          </p:nvPicPr>
          <p:blipFill>
            <a:blip r:embed="rId12"/>
            <a:stretch>
              <a:fillRect/>
            </a:stretch>
          </p:blipFill>
          <p:spPr>
            <a:xfrm>
              <a:off x="3666934" y="2047104"/>
              <a:ext cx="274320" cy="274320"/>
            </a:xfrm>
            <a:prstGeom prst="rect">
              <a:avLst/>
            </a:prstGeom>
          </p:spPr>
        </p:pic>
      </p:grpSp>
      <p:grpSp>
        <p:nvGrpSpPr>
          <p:cNvPr id="846" name="Group 845">
            <a:extLst>
              <a:ext uri="{FF2B5EF4-FFF2-40B4-BE49-F238E27FC236}">
                <a16:creationId xmlns:a16="http://schemas.microsoft.com/office/drawing/2014/main" id="{59A6E945-0F08-48A5-F1C4-A612C72163EC}"/>
              </a:ext>
            </a:extLst>
          </p:cNvPr>
          <p:cNvGrpSpPr/>
          <p:nvPr/>
        </p:nvGrpSpPr>
        <p:grpSpPr>
          <a:xfrm>
            <a:off x="10600073" y="2735321"/>
            <a:ext cx="1097280" cy="274320"/>
            <a:chOff x="2843974" y="2727885"/>
            <a:chExt cx="1097280" cy="274320"/>
          </a:xfrm>
        </p:grpSpPr>
        <p:pic>
          <p:nvPicPr>
            <p:cNvPr id="847" name="Picture 846" descr="Icon&#10;&#10;Description automatically generated">
              <a:extLst>
                <a:ext uri="{FF2B5EF4-FFF2-40B4-BE49-F238E27FC236}">
                  <a16:creationId xmlns:a16="http://schemas.microsoft.com/office/drawing/2014/main" id="{103BE39F-70A5-0842-EB25-4487CA4AD386}"/>
                </a:ext>
              </a:extLst>
            </p:cNvPr>
            <p:cNvPicPr>
              <a:picLocks noChangeAspect="1"/>
            </p:cNvPicPr>
            <p:nvPr/>
          </p:nvPicPr>
          <p:blipFill>
            <a:blip r:embed="rId3"/>
            <a:stretch>
              <a:fillRect/>
            </a:stretch>
          </p:blipFill>
          <p:spPr>
            <a:xfrm>
              <a:off x="2843974" y="2727885"/>
              <a:ext cx="274320" cy="274320"/>
            </a:xfrm>
            <a:prstGeom prst="rect">
              <a:avLst/>
            </a:prstGeom>
          </p:spPr>
        </p:pic>
        <p:pic>
          <p:nvPicPr>
            <p:cNvPr id="848" name="Picture 847" descr="A picture containing text, sign, outdoor, clipart&#10;&#10;Description automatically generated">
              <a:extLst>
                <a:ext uri="{FF2B5EF4-FFF2-40B4-BE49-F238E27FC236}">
                  <a16:creationId xmlns:a16="http://schemas.microsoft.com/office/drawing/2014/main" id="{079B9EAD-4766-ABCE-F453-05A1399BB82D}"/>
                </a:ext>
              </a:extLst>
            </p:cNvPr>
            <p:cNvPicPr>
              <a:picLocks noChangeAspect="1"/>
            </p:cNvPicPr>
            <p:nvPr/>
          </p:nvPicPr>
          <p:blipFill>
            <a:blip r:embed="rId9"/>
            <a:stretch>
              <a:fillRect/>
            </a:stretch>
          </p:blipFill>
          <p:spPr>
            <a:xfrm>
              <a:off x="3118294" y="2727885"/>
              <a:ext cx="274320" cy="274320"/>
            </a:xfrm>
            <a:prstGeom prst="rect">
              <a:avLst/>
            </a:prstGeom>
          </p:spPr>
        </p:pic>
        <p:pic>
          <p:nvPicPr>
            <p:cNvPr id="849" name="Picture 848" descr="Icon&#10;&#10;Description automatically generated">
              <a:extLst>
                <a:ext uri="{FF2B5EF4-FFF2-40B4-BE49-F238E27FC236}">
                  <a16:creationId xmlns:a16="http://schemas.microsoft.com/office/drawing/2014/main" id="{0B671154-939A-DDD0-3FAC-89E84C7D630C}"/>
                </a:ext>
              </a:extLst>
            </p:cNvPr>
            <p:cNvPicPr>
              <a:picLocks noChangeAspect="1"/>
            </p:cNvPicPr>
            <p:nvPr/>
          </p:nvPicPr>
          <p:blipFill>
            <a:blip r:embed="rId6"/>
            <a:stretch>
              <a:fillRect/>
            </a:stretch>
          </p:blipFill>
          <p:spPr>
            <a:xfrm>
              <a:off x="3392614" y="2727885"/>
              <a:ext cx="274320" cy="274320"/>
            </a:xfrm>
            <a:prstGeom prst="rect">
              <a:avLst/>
            </a:prstGeom>
          </p:spPr>
        </p:pic>
        <p:pic>
          <p:nvPicPr>
            <p:cNvPr id="850" name="Picture 849" descr="Icon&#10;&#10;Description automatically generated">
              <a:extLst>
                <a:ext uri="{FF2B5EF4-FFF2-40B4-BE49-F238E27FC236}">
                  <a16:creationId xmlns:a16="http://schemas.microsoft.com/office/drawing/2014/main" id="{8D797C1E-9E36-3921-910D-7B0985DE5405}"/>
                </a:ext>
              </a:extLst>
            </p:cNvPr>
            <p:cNvPicPr>
              <a:picLocks noChangeAspect="1"/>
            </p:cNvPicPr>
            <p:nvPr/>
          </p:nvPicPr>
          <p:blipFill>
            <a:blip r:embed="rId12"/>
            <a:stretch>
              <a:fillRect/>
            </a:stretch>
          </p:blipFill>
          <p:spPr>
            <a:xfrm>
              <a:off x="3666934" y="2727885"/>
              <a:ext cx="274320" cy="274320"/>
            </a:xfrm>
            <a:prstGeom prst="rect">
              <a:avLst/>
            </a:prstGeom>
          </p:spPr>
        </p:pic>
      </p:grpSp>
      <p:grpSp>
        <p:nvGrpSpPr>
          <p:cNvPr id="851" name="Group 850">
            <a:extLst>
              <a:ext uri="{FF2B5EF4-FFF2-40B4-BE49-F238E27FC236}">
                <a16:creationId xmlns:a16="http://schemas.microsoft.com/office/drawing/2014/main" id="{8248985E-0F3A-BF26-4F16-49D84CB4C018}"/>
              </a:ext>
            </a:extLst>
          </p:cNvPr>
          <p:cNvGrpSpPr/>
          <p:nvPr/>
        </p:nvGrpSpPr>
        <p:grpSpPr>
          <a:xfrm>
            <a:off x="10600073" y="3416102"/>
            <a:ext cx="1097280" cy="274382"/>
            <a:chOff x="2843974" y="3408666"/>
            <a:chExt cx="1097280" cy="274382"/>
          </a:xfrm>
        </p:grpSpPr>
        <p:pic>
          <p:nvPicPr>
            <p:cNvPr id="852" name="Picture 851" descr="Icon&#10;&#10;Description automatically generated">
              <a:extLst>
                <a:ext uri="{FF2B5EF4-FFF2-40B4-BE49-F238E27FC236}">
                  <a16:creationId xmlns:a16="http://schemas.microsoft.com/office/drawing/2014/main" id="{FA9B43F6-1037-F7F4-4F92-CA2DAC8D362E}"/>
                </a:ext>
              </a:extLst>
            </p:cNvPr>
            <p:cNvPicPr>
              <a:picLocks noChangeAspect="1"/>
            </p:cNvPicPr>
            <p:nvPr/>
          </p:nvPicPr>
          <p:blipFill>
            <a:blip r:embed="rId3"/>
            <a:stretch>
              <a:fillRect/>
            </a:stretch>
          </p:blipFill>
          <p:spPr>
            <a:xfrm>
              <a:off x="2843974" y="3408666"/>
              <a:ext cx="274320" cy="274320"/>
            </a:xfrm>
            <a:prstGeom prst="rect">
              <a:avLst/>
            </a:prstGeom>
          </p:spPr>
        </p:pic>
        <p:pic>
          <p:nvPicPr>
            <p:cNvPr id="853" name="Picture 852" descr="A picture containing text, sign, outdoor, clipart&#10;&#10;Description automatically generated">
              <a:extLst>
                <a:ext uri="{FF2B5EF4-FFF2-40B4-BE49-F238E27FC236}">
                  <a16:creationId xmlns:a16="http://schemas.microsoft.com/office/drawing/2014/main" id="{746F0549-2F8A-2AD4-114F-69FC3D4E0D37}"/>
                </a:ext>
              </a:extLst>
            </p:cNvPr>
            <p:cNvPicPr>
              <a:picLocks noChangeAspect="1"/>
            </p:cNvPicPr>
            <p:nvPr/>
          </p:nvPicPr>
          <p:blipFill>
            <a:blip r:embed="rId9"/>
            <a:stretch>
              <a:fillRect/>
            </a:stretch>
          </p:blipFill>
          <p:spPr>
            <a:xfrm>
              <a:off x="3118294" y="3408666"/>
              <a:ext cx="274320" cy="274320"/>
            </a:xfrm>
            <a:prstGeom prst="rect">
              <a:avLst/>
            </a:prstGeom>
          </p:spPr>
        </p:pic>
        <p:pic>
          <p:nvPicPr>
            <p:cNvPr id="854" name="Picture 853" descr="Icon&#10;&#10;Description automatically generated">
              <a:extLst>
                <a:ext uri="{FF2B5EF4-FFF2-40B4-BE49-F238E27FC236}">
                  <a16:creationId xmlns:a16="http://schemas.microsoft.com/office/drawing/2014/main" id="{6886D17F-A265-0E4B-B0C3-92A3DD89C66C}"/>
                </a:ext>
              </a:extLst>
            </p:cNvPr>
            <p:cNvPicPr>
              <a:picLocks noChangeAspect="1"/>
            </p:cNvPicPr>
            <p:nvPr/>
          </p:nvPicPr>
          <p:blipFill>
            <a:blip r:embed="rId6"/>
            <a:stretch>
              <a:fillRect/>
            </a:stretch>
          </p:blipFill>
          <p:spPr>
            <a:xfrm>
              <a:off x="3392614" y="3408728"/>
              <a:ext cx="274320" cy="274320"/>
            </a:xfrm>
            <a:prstGeom prst="rect">
              <a:avLst/>
            </a:prstGeom>
          </p:spPr>
        </p:pic>
        <p:pic>
          <p:nvPicPr>
            <p:cNvPr id="855" name="Picture 854" descr="Icon&#10;&#10;Description automatically generated">
              <a:extLst>
                <a:ext uri="{FF2B5EF4-FFF2-40B4-BE49-F238E27FC236}">
                  <a16:creationId xmlns:a16="http://schemas.microsoft.com/office/drawing/2014/main" id="{02E52E16-CF6D-B3A6-C8F1-2004BA981C6C}"/>
                </a:ext>
              </a:extLst>
            </p:cNvPr>
            <p:cNvPicPr>
              <a:picLocks noChangeAspect="1"/>
            </p:cNvPicPr>
            <p:nvPr/>
          </p:nvPicPr>
          <p:blipFill>
            <a:blip r:embed="rId12"/>
            <a:stretch>
              <a:fillRect/>
            </a:stretch>
          </p:blipFill>
          <p:spPr>
            <a:xfrm>
              <a:off x="3666934" y="3408728"/>
              <a:ext cx="274320" cy="274320"/>
            </a:xfrm>
            <a:prstGeom prst="rect">
              <a:avLst/>
            </a:prstGeom>
          </p:spPr>
        </p:pic>
      </p:grpSp>
      <p:grpSp>
        <p:nvGrpSpPr>
          <p:cNvPr id="856" name="Group 855">
            <a:extLst>
              <a:ext uri="{FF2B5EF4-FFF2-40B4-BE49-F238E27FC236}">
                <a16:creationId xmlns:a16="http://schemas.microsoft.com/office/drawing/2014/main" id="{9F4A9FFA-9D83-2B5F-18F9-A139CB0710E3}"/>
              </a:ext>
            </a:extLst>
          </p:cNvPr>
          <p:cNvGrpSpPr/>
          <p:nvPr/>
        </p:nvGrpSpPr>
        <p:grpSpPr>
          <a:xfrm>
            <a:off x="10600073" y="4096883"/>
            <a:ext cx="1097280" cy="274320"/>
            <a:chOff x="2843974" y="4089447"/>
            <a:chExt cx="1097280" cy="274320"/>
          </a:xfrm>
        </p:grpSpPr>
        <p:pic>
          <p:nvPicPr>
            <p:cNvPr id="857" name="Picture 856" descr="Icon&#10;&#10;Description automatically generated">
              <a:extLst>
                <a:ext uri="{FF2B5EF4-FFF2-40B4-BE49-F238E27FC236}">
                  <a16:creationId xmlns:a16="http://schemas.microsoft.com/office/drawing/2014/main" id="{495116F3-7017-52B1-6582-6CBCF60806C0}"/>
                </a:ext>
              </a:extLst>
            </p:cNvPr>
            <p:cNvPicPr>
              <a:picLocks noChangeAspect="1"/>
            </p:cNvPicPr>
            <p:nvPr/>
          </p:nvPicPr>
          <p:blipFill>
            <a:blip r:embed="rId3"/>
            <a:stretch>
              <a:fillRect/>
            </a:stretch>
          </p:blipFill>
          <p:spPr>
            <a:xfrm>
              <a:off x="2843974" y="4089447"/>
              <a:ext cx="274320" cy="274320"/>
            </a:xfrm>
            <a:prstGeom prst="rect">
              <a:avLst/>
            </a:prstGeom>
          </p:spPr>
        </p:pic>
        <p:pic>
          <p:nvPicPr>
            <p:cNvPr id="858" name="Picture 857" descr="A picture containing text, sign, outdoor, clipart&#10;&#10;Description automatically generated">
              <a:extLst>
                <a:ext uri="{FF2B5EF4-FFF2-40B4-BE49-F238E27FC236}">
                  <a16:creationId xmlns:a16="http://schemas.microsoft.com/office/drawing/2014/main" id="{94ED4258-E169-0F0F-78B3-E91A0FB89337}"/>
                </a:ext>
              </a:extLst>
            </p:cNvPr>
            <p:cNvPicPr>
              <a:picLocks noChangeAspect="1"/>
            </p:cNvPicPr>
            <p:nvPr/>
          </p:nvPicPr>
          <p:blipFill>
            <a:blip r:embed="rId9"/>
            <a:stretch>
              <a:fillRect/>
            </a:stretch>
          </p:blipFill>
          <p:spPr>
            <a:xfrm>
              <a:off x="3118294" y="4089447"/>
              <a:ext cx="274320" cy="274320"/>
            </a:xfrm>
            <a:prstGeom prst="rect">
              <a:avLst/>
            </a:prstGeom>
          </p:spPr>
        </p:pic>
        <p:pic>
          <p:nvPicPr>
            <p:cNvPr id="859" name="Picture 858" descr="Icon&#10;&#10;Description automatically generated">
              <a:extLst>
                <a:ext uri="{FF2B5EF4-FFF2-40B4-BE49-F238E27FC236}">
                  <a16:creationId xmlns:a16="http://schemas.microsoft.com/office/drawing/2014/main" id="{4278E9D6-3211-F251-1C2E-C9E2435DD1F4}"/>
                </a:ext>
              </a:extLst>
            </p:cNvPr>
            <p:cNvPicPr>
              <a:picLocks noChangeAspect="1"/>
            </p:cNvPicPr>
            <p:nvPr/>
          </p:nvPicPr>
          <p:blipFill>
            <a:blip r:embed="rId6"/>
            <a:stretch>
              <a:fillRect/>
            </a:stretch>
          </p:blipFill>
          <p:spPr>
            <a:xfrm>
              <a:off x="3392614" y="4089447"/>
              <a:ext cx="274320" cy="274320"/>
            </a:xfrm>
            <a:prstGeom prst="rect">
              <a:avLst/>
            </a:prstGeom>
          </p:spPr>
        </p:pic>
        <p:pic>
          <p:nvPicPr>
            <p:cNvPr id="860" name="Picture 859" descr="Icon&#10;&#10;Description automatically generated">
              <a:extLst>
                <a:ext uri="{FF2B5EF4-FFF2-40B4-BE49-F238E27FC236}">
                  <a16:creationId xmlns:a16="http://schemas.microsoft.com/office/drawing/2014/main" id="{FD188405-DD2F-B2C0-7409-957C22338819}"/>
                </a:ext>
              </a:extLst>
            </p:cNvPr>
            <p:cNvPicPr>
              <a:picLocks noChangeAspect="1"/>
            </p:cNvPicPr>
            <p:nvPr/>
          </p:nvPicPr>
          <p:blipFill>
            <a:blip r:embed="rId12"/>
            <a:stretch>
              <a:fillRect/>
            </a:stretch>
          </p:blipFill>
          <p:spPr>
            <a:xfrm>
              <a:off x="3666934" y="4089447"/>
              <a:ext cx="274320" cy="274320"/>
            </a:xfrm>
            <a:prstGeom prst="rect">
              <a:avLst/>
            </a:prstGeom>
          </p:spPr>
        </p:pic>
      </p:grpSp>
      <p:grpSp>
        <p:nvGrpSpPr>
          <p:cNvPr id="861" name="Group 860">
            <a:extLst>
              <a:ext uri="{FF2B5EF4-FFF2-40B4-BE49-F238E27FC236}">
                <a16:creationId xmlns:a16="http://schemas.microsoft.com/office/drawing/2014/main" id="{6501E7CA-7CA0-F9BE-9258-705EFE40F1C9}"/>
              </a:ext>
            </a:extLst>
          </p:cNvPr>
          <p:cNvGrpSpPr/>
          <p:nvPr/>
        </p:nvGrpSpPr>
        <p:grpSpPr>
          <a:xfrm>
            <a:off x="10600073" y="4777664"/>
            <a:ext cx="1097280" cy="274320"/>
            <a:chOff x="2843974" y="4770228"/>
            <a:chExt cx="1097280" cy="274320"/>
          </a:xfrm>
        </p:grpSpPr>
        <p:pic>
          <p:nvPicPr>
            <p:cNvPr id="862" name="Picture 861" descr="Icon&#10;&#10;Description automatically generated">
              <a:extLst>
                <a:ext uri="{FF2B5EF4-FFF2-40B4-BE49-F238E27FC236}">
                  <a16:creationId xmlns:a16="http://schemas.microsoft.com/office/drawing/2014/main" id="{DBA9F0CD-D03B-1C5D-7D76-99B26DA822C2}"/>
                </a:ext>
              </a:extLst>
            </p:cNvPr>
            <p:cNvPicPr>
              <a:picLocks noChangeAspect="1"/>
            </p:cNvPicPr>
            <p:nvPr/>
          </p:nvPicPr>
          <p:blipFill>
            <a:blip r:embed="rId3"/>
            <a:stretch>
              <a:fillRect/>
            </a:stretch>
          </p:blipFill>
          <p:spPr>
            <a:xfrm>
              <a:off x="2843974" y="4770228"/>
              <a:ext cx="274320" cy="274320"/>
            </a:xfrm>
            <a:prstGeom prst="rect">
              <a:avLst/>
            </a:prstGeom>
          </p:spPr>
        </p:pic>
        <p:pic>
          <p:nvPicPr>
            <p:cNvPr id="863" name="Picture 862" descr="A picture containing text, sign, outdoor, clipart&#10;&#10;Description automatically generated">
              <a:extLst>
                <a:ext uri="{FF2B5EF4-FFF2-40B4-BE49-F238E27FC236}">
                  <a16:creationId xmlns:a16="http://schemas.microsoft.com/office/drawing/2014/main" id="{F2434A2C-B170-FF4D-080B-0C9614D67F47}"/>
                </a:ext>
              </a:extLst>
            </p:cNvPr>
            <p:cNvPicPr>
              <a:picLocks noChangeAspect="1"/>
            </p:cNvPicPr>
            <p:nvPr/>
          </p:nvPicPr>
          <p:blipFill>
            <a:blip r:embed="rId9"/>
            <a:stretch>
              <a:fillRect/>
            </a:stretch>
          </p:blipFill>
          <p:spPr>
            <a:xfrm>
              <a:off x="3118294" y="4770228"/>
              <a:ext cx="274320" cy="274320"/>
            </a:xfrm>
            <a:prstGeom prst="rect">
              <a:avLst/>
            </a:prstGeom>
          </p:spPr>
        </p:pic>
        <p:pic>
          <p:nvPicPr>
            <p:cNvPr id="864" name="Picture 863" descr="Icon&#10;&#10;Description automatically generated">
              <a:extLst>
                <a:ext uri="{FF2B5EF4-FFF2-40B4-BE49-F238E27FC236}">
                  <a16:creationId xmlns:a16="http://schemas.microsoft.com/office/drawing/2014/main" id="{37EBF888-9E7B-0036-7F81-89E126EF2256}"/>
                </a:ext>
              </a:extLst>
            </p:cNvPr>
            <p:cNvPicPr>
              <a:picLocks noChangeAspect="1"/>
            </p:cNvPicPr>
            <p:nvPr/>
          </p:nvPicPr>
          <p:blipFill>
            <a:blip r:embed="rId6"/>
            <a:stretch>
              <a:fillRect/>
            </a:stretch>
          </p:blipFill>
          <p:spPr>
            <a:xfrm>
              <a:off x="3392614" y="4770228"/>
              <a:ext cx="274320" cy="274320"/>
            </a:xfrm>
            <a:prstGeom prst="rect">
              <a:avLst/>
            </a:prstGeom>
          </p:spPr>
        </p:pic>
        <p:pic>
          <p:nvPicPr>
            <p:cNvPr id="865" name="Picture 864" descr="Icon&#10;&#10;Description automatically generated">
              <a:extLst>
                <a:ext uri="{FF2B5EF4-FFF2-40B4-BE49-F238E27FC236}">
                  <a16:creationId xmlns:a16="http://schemas.microsoft.com/office/drawing/2014/main" id="{393400CE-D6CB-0176-D408-E6572BB2D59D}"/>
                </a:ext>
              </a:extLst>
            </p:cNvPr>
            <p:cNvPicPr>
              <a:picLocks noChangeAspect="1"/>
            </p:cNvPicPr>
            <p:nvPr/>
          </p:nvPicPr>
          <p:blipFill>
            <a:blip r:embed="rId12"/>
            <a:stretch>
              <a:fillRect/>
            </a:stretch>
          </p:blipFill>
          <p:spPr>
            <a:xfrm>
              <a:off x="3666934" y="4770228"/>
              <a:ext cx="274320" cy="274320"/>
            </a:xfrm>
            <a:prstGeom prst="rect">
              <a:avLst/>
            </a:prstGeom>
          </p:spPr>
        </p:pic>
      </p:grpSp>
      <p:grpSp>
        <p:nvGrpSpPr>
          <p:cNvPr id="866" name="Group 865">
            <a:extLst>
              <a:ext uri="{FF2B5EF4-FFF2-40B4-BE49-F238E27FC236}">
                <a16:creationId xmlns:a16="http://schemas.microsoft.com/office/drawing/2014/main" id="{CF167124-B1EB-F2F3-83DA-9315222051D1}"/>
              </a:ext>
            </a:extLst>
          </p:cNvPr>
          <p:cNvGrpSpPr/>
          <p:nvPr/>
        </p:nvGrpSpPr>
        <p:grpSpPr>
          <a:xfrm>
            <a:off x="10600073" y="5458445"/>
            <a:ext cx="1097280" cy="274320"/>
            <a:chOff x="2843974" y="5451009"/>
            <a:chExt cx="1097280" cy="274320"/>
          </a:xfrm>
        </p:grpSpPr>
        <p:pic>
          <p:nvPicPr>
            <p:cNvPr id="867" name="Picture 866" descr="Icon&#10;&#10;Description automatically generated">
              <a:extLst>
                <a:ext uri="{FF2B5EF4-FFF2-40B4-BE49-F238E27FC236}">
                  <a16:creationId xmlns:a16="http://schemas.microsoft.com/office/drawing/2014/main" id="{824D764E-55C2-23EE-6530-F726C235871B}"/>
                </a:ext>
              </a:extLst>
            </p:cNvPr>
            <p:cNvPicPr>
              <a:picLocks noChangeAspect="1"/>
            </p:cNvPicPr>
            <p:nvPr/>
          </p:nvPicPr>
          <p:blipFill>
            <a:blip r:embed="rId3"/>
            <a:stretch>
              <a:fillRect/>
            </a:stretch>
          </p:blipFill>
          <p:spPr>
            <a:xfrm>
              <a:off x="2843974" y="5451009"/>
              <a:ext cx="274320" cy="274320"/>
            </a:xfrm>
            <a:prstGeom prst="rect">
              <a:avLst/>
            </a:prstGeom>
          </p:spPr>
        </p:pic>
        <p:pic>
          <p:nvPicPr>
            <p:cNvPr id="868" name="Picture 867" descr="A picture containing text, sign, outdoor, clipart&#10;&#10;Description automatically generated">
              <a:extLst>
                <a:ext uri="{FF2B5EF4-FFF2-40B4-BE49-F238E27FC236}">
                  <a16:creationId xmlns:a16="http://schemas.microsoft.com/office/drawing/2014/main" id="{434D7EB6-BDA1-C1F1-95AB-605F1038A29A}"/>
                </a:ext>
              </a:extLst>
            </p:cNvPr>
            <p:cNvPicPr>
              <a:picLocks noChangeAspect="1"/>
            </p:cNvPicPr>
            <p:nvPr/>
          </p:nvPicPr>
          <p:blipFill>
            <a:blip r:embed="rId9"/>
            <a:stretch>
              <a:fillRect/>
            </a:stretch>
          </p:blipFill>
          <p:spPr>
            <a:xfrm>
              <a:off x="3118294" y="5451009"/>
              <a:ext cx="274320" cy="274320"/>
            </a:xfrm>
            <a:prstGeom prst="rect">
              <a:avLst/>
            </a:prstGeom>
          </p:spPr>
        </p:pic>
        <p:pic>
          <p:nvPicPr>
            <p:cNvPr id="869" name="Picture 868" descr="Icon&#10;&#10;Description automatically generated">
              <a:extLst>
                <a:ext uri="{FF2B5EF4-FFF2-40B4-BE49-F238E27FC236}">
                  <a16:creationId xmlns:a16="http://schemas.microsoft.com/office/drawing/2014/main" id="{01EC48F0-97BA-8ED5-B407-7927AAAD97FC}"/>
                </a:ext>
              </a:extLst>
            </p:cNvPr>
            <p:cNvPicPr>
              <a:picLocks noChangeAspect="1"/>
            </p:cNvPicPr>
            <p:nvPr/>
          </p:nvPicPr>
          <p:blipFill>
            <a:blip r:embed="rId6"/>
            <a:stretch>
              <a:fillRect/>
            </a:stretch>
          </p:blipFill>
          <p:spPr>
            <a:xfrm>
              <a:off x="3392614" y="5451009"/>
              <a:ext cx="274320" cy="274320"/>
            </a:xfrm>
            <a:prstGeom prst="rect">
              <a:avLst/>
            </a:prstGeom>
          </p:spPr>
        </p:pic>
        <p:pic>
          <p:nvPicPr>
            <p:cNvPr id="870" name="Picture 869" descr="Icon&#10;&#10;Description automatically generated">
              <a:extLst>
                <a:ext uri="{FF2B5EF4-FFF2-40B4-BE49-F238E27FC236}">
                  <a16:creationId xmlns:a16="http://schemas.microsoft.com/office/drawing/2014/main" id="{EB65768F-AA5E-9504-C7EF-16EB8FCF3082}"/>
                </a:ext>
              </a:extLst>
            </p:cNvPr>
            <p:cNvPicPr>
              <a:picLocks noChangeAspect="1"/>
            </p:cNvPicPr>
            <p:nvPr/>
          </p:nvPicPr>
          <p:blipFill>
            <a:blip r:embed="rId12"/>
            <a:stretch>
              <a:fillRect/>
            </a:stretch>
          </p:blipFill>
          <p:spPr>
            <a:xfrm>
              <a:off x="3666934" y="5451009"/>
              <a:ext cx="274320" cy="274320"/>
            </a:xfrm>
            <a:prstGeom prst="rect">
              <a:avLst/>
            </a:prstGeom>
          </p:spPr>
        </p:pic>
      </p:grpSp>
      <p:pic>
        <p:nvPicPr>
          <p:cNvPr id="871" name="Picture 870" descr="Icon&#10;&#10;Description automatically generated">
            <a:extLst>
              <a:ext uri="{FF2B5EF4-FFF2-40B4-BE49-F238E27FC236}">
                <a16:creationId xmlns:a16="http://schemas.microsoft.com/office/drawing/2014/main" id="{86443374-69F3-CD91-B5EF-2318509925C8}"/>
              </a:ext>
            </a:extLst>
          </p:cNvPr>
          <p:cNvPicPr>
            <a:picLocks noChangeAspect="1"/>
          </p:cNvPicPr>
          <p:nvPr/>
        </p:nvPicPr>
        <p:blipFill>
          <a:blip r:embed="rId18">
            <a:duotone>
              <a:schemeClr val="accent3">
                <a:shade val="45000"/>
                <a:satMod val="135000"/>
              </a:schemeClr>
              <a:prstClr val="white"/>
            </a:duotone>
          </a:blip>
          <a:stretch>
            <a:fillRect/>
          </a:stretch>
        </p:blipFill>
        <p:spPr>
          <a:xfrm>
            <a:off x="10609217" y="1378587"/>
            <a:ext cx="256032" cy="256032"/>
          </a:xfrm>
          <a:prstGeom prst="rect">
            <a:avLst/>
          </a:prstGeom>
        </p:spPr>
      </p:pic>
      <p:pic>
        <p:nvPicPr>
          <p:cNvPr id="872" name="Picture 871" descr="Icon&#10;&#10;Description automatically generated">
            <a:extLst>
              <a:ext uri="{FF2B5EF4-FFF2-40B4-BE49-F238E27FC236}">
                <a16:creationId xmlns:a16="http://schemas.microsoft.com/office/drawing/2014/main" id="{48917E5D-8A3E-41C3-BD65-ED51625588FE}"/>
              </a:ext>
            </a:extLst>
          </p:cNvPr>
          <p:cNvPicPr>
            <a:picLocks noChangeAspect="1"/>
          </p:cNvPicPr>
          <p:nvPr/>
        </p:nvPicPr>
        <p:blipFill>
          <a:blip r:embed="rId15">
            <a:duotone>
              <a:schemeClr val="accent3">
                <a:shade val="45000"/>
                <a:satMod val="135000"/>
              </a:schemeClr>
              <a:prstClr val="white"/>
            </a:duotone>
          </a:blip>
          <a:stretch>
            <a:fillRect/>
          </a:stretch>
        </p:blipFill>
        <p:spPr>
          <a:xfrm>
            <a:off x="10883859" y="1378587"/>
            <a:ext cx="256032" cy="256032"/>
          </a:xfrm>
          <a:prstGeom prst="rect">
            <a:avLst/>
          </a:prstGeom>
        </p:spPr>
      </p:pic>
      <p:pic>
        <p:nvPicPr>
          <p:cNvPr id="873" name="Picture 872" descr="Icon&#10;&#10;Description automatically generated">
            <a:extLst>
              <a:ext uri="{FF2B5EF4-FFF2-40B4-BE49-F238E27FC236}">
                <a16:creationId xmlns:a16="http://schemas.microsoft.com/office/drawing/2014/main" id="{FDB116ED-EAF4-9F66-B58E-66B214D36BA8}"/>
              </a:ext>
            </a:extLst>
          </p:cNvPr>
          <p:cNvPicPr>
            <a:picLocks noChangeAspect="1"/>
          </p:cNvPicPr>
          <p:nvPr/>
        </p:nvPicPr>
        <p:blipFill>
          <a:blip r:embed="rId16">
            <a:duotone>
              <a:schemeClr val="accent3">
                <a:shade val="45000"/>
                <a:satMod val="135000"/>
              </a:schemeClr>
              <a:prstClr val="white"/>
            </a:duotone>
          </a:blip>
          <a:stretch>
            <a:fillRect/>
          </a:stretch>
        </p:blipFill>
        <p:spPr>
          <a:xfrm>
            <a:off x="11158501" y="1378587"/>
            <a:ext cx="256032" cy="256032"/>
          </a:xfrm>
          <a:prstGeom prst="rect">
            <a:avLst/>
          </a:prstGeom>
        </p:spPr>
      </p:pic>
      <p:pic>
        <p:nvPicPr>
          <p:cNvPr id="875" name="Picture 874" descr="Icon&#10;&#10;Description automatically generated">
            <a:extLst>
              <a:ext uri="{FF2B5EF4-FFF2-40B4-BE49-F238E27FC236}">
                <a16:creationId xmlns:a16="http://schemas.microsoft.com/office/drawing/2014/main" id="{AF802309-C514-7F6F-E024-E8A09237224A}"/>
              </a:ext>
            </a:extLst>
          </p:cNvPr>
          <p:cNvPicPr>
            <a:picLocks noChangeAspect="1"/>
          </p:cNvPicPr>
          <p:nvPr/>
        </p:nvPicPr>
        <p:blipFill>
          <a:blip r:embed="rId18">
            <a:duotone>
              <a:schemeClr val="accent3">
                <a:shade val="45000"/>
                <a:satMod val="135000"/>
              </a:schemeClr>
              <a:prstClr val="white"/>
            </a:duotone>
          </a:blip>
          <a:stretch>
            <a:fillRect/>
          </a:stretch>
        </p:blipFill>
        <p:spPr>
          <a:xfrm>
            <a:off x="10605528" y="2067678"/>
            <a:ext cx="256032" cy="256032"/>
          </a:xfrm>
          <a:prstGeom prst="rect">
            <a:avLst/>
          </a:prstGeom>
        </p:spPr>
      </p:pic>
      <p:pic>
        <p:nvPicPr>
          <p:cNvPr id="876" name="Picture 875" descr="Icon&#10;&#10;Description automatically generated">
            <a:extLst>
              <a:ext uri="{FF2B5EF4-FFF2-40B4-BE49-F238E27FC236}">
                <a16:creationId xmlns:a16="http://schemas.microsoft.com/office/drawing/2014/main" id="{7F4731E3-0A8D-090B-B2C4-A577CF55590C}"/>
              </a:ext>
            </a:extLst>
          </p:cNvPr>
          <p:cNvPicPr>
            <a:picLocks noChangeAspect="1"/>
          </p:cNvPicPr>
          <p:nvPr/>
        </p:nvPicPr>
        <p:blipFill>
          <a:blip r:embed="rId15">
            <a:duotone>
              <a:schemeClr val="accent3">
                <a:shade val="45000"/>
                <a:satMod val="135000"/>
              </a:schemeClr>
              <a:prstClr val="white"/>
            </a:duotone>
          </a:blip>
          <a:stretch>
            <a:fillRect/>
          </a:stretch>
        </p:blipFill>
        <p:spPr>
          <a:xfrm>
            <a:off x="10880170" y="2067678"/>
            <a:ext cx="256032" cy="256032"/>
          </a:xfrm>
          <a:prstGeom prst="rect">
            <a:avLst/>
          </a:prstGeom>
        </p:spPr>
      </p:pic>
      <p:pic>
        <p:nvPicPr>
          <p:cNvPr id="877" name="Picture 876" descr="Icon&#10;&#10;Description automatically generated">
            <a:extLst>
              <a:ext uri="{FF2B5EF4-FFF2-40B4-BE49-F238E27FC236}">
                <a16:creationId xmlns:a16="http://schemas.microsoft.com/office/drawing/2014/main" id="{B21A2AE3-555F-08B7-36F0-BA0196D6C14C}"/>
              </a:ext>
            </a:extLst>
          </p:cNvPr>
          <p:cNvPicPr>
            <a:picLocks noChangeAspect="1"/>
          </p:cNvPicPr>
          <p:nvPr/>
        </p:nvPicPr>
        <p:blipFill>
          <a:blip r:embed="rId16">
            <a:duotone>
              <a:schemeClr val="accent3">
                <a:shade val="45000"/>
                <a:satMod val="135000"/>
              </a:schemeClr>
              <a:prstClr val="white"/>
            </a:duotone>
          </a:blip>
          <a:stretch>
            <a:fillRect/>
          </a:stretch>
        </p:blipFill>
        <p:spPr>
          <a:xfrm>
            <a:off x="11154812" y="2067678"/>
            <a:ext cx="256032" cy="256032"/>
          </a:xfrm>
          <a:prstGeom prst="rect">
            <a:avLst/>
          </a:prstGeom>
        </p:spPr>
      </p:pic>
      <p:pic>
        <p:nvPicPr>
          <p:cNvPr id="879" name="Picture 878" descr="Icon&#10;&#10;Description automatically generated">
            <a:extLst>
              <a:ext uri="{FF2B5EF4-FFF2-40B4-BE49-F238E27FC236}">
                <a16:creationId xmlns:a16="http://schemas.microsoft.com/office/drawing/2014/main" id="{B5E2B5FE-BF4D-AD6F-4C75-4EDE7B92473B}"/>
              </a:ext>
            </a:extLst>
          </p:cNvPr>
          <p:cNvPicPr>
            <a:picLocks noChangeAspect="1"/>
          </p:cNvPicPr>
          <p:nvPr/>
        </p:nvPicPr>
        <p:blipFill>
          <a:blip r:embed="rId18">
            <a:duotone>
              <a:schemeClr val="accent3">
                <a:shade val="45000"/>
                <a:satMod val="135000"/>
              </a:schemeClr>
              <a:prstClr val="white"/>
            </a:duotone>
          </a:blip>
          <a:stretch>
            <a:fillRect/>
          </a:stretch>
        </p:blipFill>
        <p:spPr>
          <a:xfrm>
            <a:off x="10604719" y="2749012"/>
            <a:ext cx="256032" cy="256032"/>
          </a:xfrm>
          <a:prstGeom prst="rect">
            <a:avLst/>
          </a:prstGeom>
        </p:spPr>
      </p:pic>
      <p:pic>
        <p:nvPicPr>
          <p:cNvPr id="880" name="Picture 879" descr="Icon&#10;&#10;Description automatically generated">
            <a:extLst>
              <a:ext uri="{FF2B5EF4-FFF2-40B4-BE49-F238E27FC236}">
                <a16:creationId xmlns:a16="http://schemas.microsoft.com/office/drawing/2014/main" id="{2BC09510-629E-13CD-A8F5-AD53E68A742A}"/>
              </a:ext>
            </a:extLst>
          </p:cNvPr>
          <p:cNvPicPr>
            <a:picLocks noChangeAspect="1"/>
          </p:cNvPicPr>
          <p:nvPr/>
        </p:nvPicPr>
        <p:blipFill>
          <a:blip r:embed="rId15">
            <a:duotone>
              <a:schemeClr val="accent3">
                <a:shade val="45000"/>
                <a:satMod val="135000"/>
              </a:schemeClr>
              <a:prstClr val="white"/>
            </a:duotone>
          </a:blip>
          <a:stretch>
            <a:fillRect/>
          </a:stretch>
        </p:blipFill>
        <p:spPr>
          <a:xfrm>
            <a:off x="10879361" y="2749012"/>
            <a:ext cx="256032" cy="256032"/>
          </a:xfrm>
          <a:prstGeom prst="rect">
            <a:avLst/>
          </a:prstGeom>
        </p:spPr>
      </p:pic>
      <p:pic>
        <p:nvPicPr>
          <p:cNvPr id="881" name="Picture 880" descr="Icon&#10;&#10;Description automatically generated">
            <a:extLst>
              <a:ext uri="{FF2B5EF4-FFF2-40B4-BE49-F238E27FC236}">
                <a16:creationId xmlns:a16="http://schemas.microsoft.com/office/drawing/2014/main" id="{8437A854-A4D0-DDB4-7CF7-F7623EA69276}"/>
              </a:ext>
            </a:extLst>
          </p:cNvPr>
          <p:cNvPicPr>
            <a:picLocks noChangeAspect="1"/>
          </p:cNvPicPr>
          <p:nvPr/>
        </p:nvPicPr>
        <p:blipFill>
          <a:blip r:embed="rId16">
            <a:duotone>
              <a:schemeClr val="accent3">
                <a:shade val="45000"/>
                <a:satMod val="135000"/>
              </a:schemeClr>
              <a:prstClr val="white"/>
            </a:duotone>
          </a:blip>
          <a:stretch>
            <a:fillRect/>
          </a:stretch>
        </p:blipFill>
        <p:spPr>
          <a:xfrm>
            <a:off x="11154003" y="2749012"/>
            <a:ext cx="256032" cy="256032"/>
          </a:xfrm>
          <a:prstGeom prst="rect">
            <a:avLst/>
          </a:prstGeom>
        </p:spPr>
      </p:pic>
      <p:pic>
        <p:nvPicPr>
          <p:cNvPr id="883" name="Picture 882" descr="Icon&#10;&#10;Description automatically generated">
            <a:extLst>
              <a:ext uri="{FF2B5EF4-FFF2-40B4-BE49-F238E27FC236}">
                <a16:creationId xmlns:a16="http://schemas.microsoft.com/office/drawing/2014/main" id="{C8A969ED-F046-FAEF-D33E-2288A77CE613}"/>
              </a:ext>
            </a:extLst>
          </p:cNvPr>
          <p:cNvPicPr>
            <a:picLocks noChangeAspect="1"/>
          </p:cNvPicPr>
          <p:nvPr/>
        </p:nvPicPr>
        <p:blipFill>
          <a:blip r:embed="rId18">
            <a:duotone>
              <a:schemeClr val="accent3">
                <a:shade val="45000"/>
                <a:satMod val="135000"/>
              </a:schemeClr>
              <a:prstClr val="white"/>
            </a:duotone>
          </a:blip>
          <a:stretch>
            <a:fillRect/>
          </a:stretch>
        </p:blipFill>
        <p:spPr>
          <a:xfrm>
            <a:off x="10605528" y="3427990"/>
            <a:ext cx="256032" cy="256032"/>
          </a:xfrm>
          <a:prstGeom prst="rect">
            <a:avLst/>
          </a:prstGeom>
        </p:spPr>
      </p:pic>
      <p:pic>
        <p:nvPicPr>
          <p:cNvPr id="884" name="Picture 883" descr="Icon&#10;&#10;Description automatically generated">
            <a:extLst>
              <a:ext uri="{FF2B5EF4-FFF2-40B4-BE49-F238E27FC236}">
                <a16:creationId xmlns:a16="http://schemas.microsoft.com/office/drawing/2014/main" id="{D47C4B5D-91AD-5505-EC2A-154260B7FF59}"/>
              </a:ext>
            </a:extLst>
          </p:cNvPr>
          <p:cNvPicPr>
            <a:picLocks noChangeAspect="1"/>
          </p:cNvPicPr>
          <p:nvPr/>
        </p:nvPicPr>
        <p:blipFill>
          <a:blip r:embed="rId15">
            <a:duotone>
              <a:schemeClr val="accent3">
                <a:shade val="45000"/>
                <a:satMod val="135000"/>
              </a:schemeClr>
              <a:prstClr val="white"/>
            </a:duotone>
          </a:blip>
          <a:stretch>
            <a:fillRect/>
          </a:stretch>
        </p:blipFill>
        <p:spPr>
          <a:xfrm>
            <a:off x="10880170" y="3427990"/>
            <a:ext cx="256032" cy="256032"/>
          </a:xfrm>
          <a:prstGeom prst="rect">
            <a:avLst/>
          </a:prstGeom>
        </p:spPr>
      </p:pic>
      <p:pic>
        <p:nvPicPr>
          <p:cNvPr id="885" name="Picture 884" descr="Icon&#10;&#10;Description automatically generated">
            <a:extLst>
              <a:ext uri="{FF2B5EF4-FFF2-40B4-BE49-F238E27FC236}">
                <a16:creationId xmlns:a16="http://schemas.microsoft.com/office/drawing/2014/main" id="{F98D893D-EA06-663B-1C51-A2E81585EDD1}"/>
              </a:ext>
            </a:extLst>
          </p:cNvPr>
          <p:cNvPicPr>
            <a:picLocks noChangeAspect="1"/>
          </p:cNvPicPr>
          <p:nvPr/>
        </p:nvPicPr>
        <p:blipFill>
          <a:blip r:embed="rId16">
            <a:duotone>
              <a:schemeClr val="accent3">
                <a:shade val="45000"/>
                <a:satMod val="135000"/>
              </a:schemeClr>
              <a:prstClr val="white"/>
            </a:duotone>
          </a:blip>
          <a:stretch>
            <a:fillRect/>
          </a:stretch>
        </p:blipFill>
        <p:spPr>
          <a:xfrm>
            <a:off x="11154812" y="3427990"/>
            <a:ext cx="256032" cy="256032"/>
          </a:xfrm>
          <a:prstGeom prst="rect">
            <a:avLst/>
          </a:prstGeom>
        </p:spPr>
      </p:pic>
      <p:pic>
        <p:nvPicPr>
          <p:cNvPr id="887" name="Picture 886" descr="Icon&#10;&#10;Description automatically generated">
            <a:extLst>
              <a:ext uri="{FF2B5EF4-FFF2-40B4-BE49-F238E27FC236}">
                <a16:creationId xmlns:a16="http://schemas.microsoft.com/office/drawing/2014/main" id="{00C90E04-FCA2-1ECD-8B52-F9BBCDD80960}"/>
              </a:ext>
            </a:extLst>
          </p:cNvPr>
          <p:cNvPicPr>
            <a:picLocks noChangeAspect="1"/>
          </p:cNvPicPr>
          <p:nvPr/>
        </p:nvPicPr>
        <p:blipFill>
          <a:blip r:embed="rId18">
            <a:duotone>
              <a:schemeClr val="accent3">
                <a:shade val="45000"/>
                <a:satMod val="135000"/>
              </a:schemeClr>
              <a:prstClr val="white"/>
            </a:duotone>
          </a:blip>
          <a:stretch>
            <a:fillRect/>
          </a:stretch>
        </p:blipFill>
        <p:spPr>
          <a:xfrm>
            <a:off x="10617396" y="4103861"/>
            <a:ext cx="256032" cy="256032"/>
          </a:xfrm>
          <a:prstGeom prst="rect">
            <a:avLst/>
          </a:prstGeom>
        </p:spPr>
      </p:pic>
      <p:pic>
        <p:nvPicPr>
          <p:cNvPr id="888" name="Picture 887" descr="Icon&#10;&#10;Description automatically generated">
            <a:extLst>
              <a:ext uri="{FF2B5EF4-FFF2-40B4-BE49-F238E27FC236}">
                <a16:creationId xmlns:a16="http://schemas.microsoft.com/office/drawing/2014/main" id="{D66FEFB9-8D0B-6305-FC76-FB82C549CA93}"/>
              </a:ext>
            </a:extLst>
          </p:cNvPr>
          <p:cNvPicPr>
            <a:picLocks noChangeAspect="1"/>
          </p:cNvPicPr>
          <p:nvPr/>
        </p:nvPicPr>
        <p:blipFill>
          <a:blip r:embed="rId15">
            <a:duotone>
              <a:schemeClr val="accent3">
                <a:shade val="45000"/>
                <a:satMod val="135000"/>
              </a:schemeClr>
              <a:prstClr val="white"/>
            </a:duotone>
          </a:blip>
          <a:stretch>
            <a:fillRect/>
          </a:stretch>
        </p:blipFill>
        <p:spPr>
          <a:xfrm>
            <a:off x="10892038" y="4103861"/>
            <a:ext cx="256032" cy="256032"/>
          </a:xfrm>
          <a:prstGeom prst="rect">
            <a:avLst/>
          </a:prstGeom>
        </p:spPr>
      </p:pic>
      <p:pic>
        <p:nvPicPr>
          <p:cNvPr id="889" name="Picture 888" descr="Icon&#10;&#10;Description automatically generated">
            <a:extLst>
              <a:ext uri="{FF2B5EF4-FFF2-40B4-BE49-F238E27FC236}">
                <a16:creationId xmlns:a16="http://schemas.microsoft.com/office/drawing/2014/main" id="{AE5AD48C-D393-2DF2-C66F-42C4EF786CB1}"/>
              </a:ext>
            </a:extLst>
          </p:cNvPr>
          <p:cNvPicPr>
            <a:picLocks noChangeAspect="1"/>
          </p:cNvPicPr>
          <p:nvPr/>
        </p:nvPicPr>
        <p:blipFill>
          <a:blip r:embed="rId16">
            <a:duotone>
              <a:schemeClr val="accent3">
                <a:shade val="45000"/>
                <a:satMod val="135000"/>
              </a:schemeClr>
              <a:prstClr val="white"/>
            </a:duotone>
          </a:blip>
          <a:stretch>
            <a:fillRect/>
          </a:stretch>
        </p:blipFill>
        <p:spPr>
          <a:xfrm>
            <a:off x="11166680" y="4103861"/>
            <a:ext cx="256032" cy="256032"/>
          </a:xfrm>
          <a:prstGeom prst="rect">
            <a:avLst/>
          </a:prstGeom>
        </p:spPr>
      </p:pic>
      <p:pic>
        <p:nvPicPr>
          <p:cNvPr id="891" name="Picture 890" descr="Icon&#10;&#10;Description automatically generated">
            <a:extLst>
              <a:ext uri="{FF2B5EF4-FFF2-40B4-BE49-F238E27FC236}">
                <a16:creationId xmlns:a16="http://schemas.microsoft.com/office/drawing/2014/main" id="{37CEF70E-7408-D229-DCE1-BCA494A90705}"/>
              </a:ext>
            </a:extLst>
          </p:cNvPr>
          <p:cNvPicPr>
            <a:picLocks noChangeAspect="1"/>
          </p:cNvPicPr>
          <p:nvPr/>
        </p:nvPicPr>
        <p:blipFill>
          <a:blip r:embed="rId18">
            <a:duotone>
              <a:schemeClr val="accent3">
                <a:shade val="45000"/>
                <a:satMod val="135000"/>
              </a:schemeClr>
              <a:prstClr val="white"/>
            </a:duotone>
          </a:blip>
          <a:stretch>
            <a:fillRect/>
          </a:stretch>
        </p:blipFill>
        <p:spPr>
          <a:xfrm>
            <a:off x="10612506" y="4791062"/>
            <a:ext cx="256032" cy="256032"/>
          </a:xfrm>
          <a:prstGeom prst="rect">
            <a:avLst/>
          </a:prstGeom>
        </p:spPr>
      </p:pic>
      <p:pic>
        <p:nvPicPr>
          <p:cNvPr id="892" name="Picture 891" descr="Icon&#10;&#10;Description automatically generated">
            <a:extLst>
              <a:ext uri="{FF2B5EF4-FFF2-40B4-BE49-F238E27FC236}">
                <a16:creationId xmlns:a16="http://schemas.microsoft.com/office/drawing/2014/main" id="{C5B9D5EE-4E89-8917-AA29-0BCBBE8E3FD1}"/>
              </a:ext>
            </a:extLst>
          </p:cNvPr>
          <p:cNvPicPr>
            <a:picLocks noChangeAspect="1"/>
          </p:cNvPicPr>
          <p:nvPr/>
        </p:nvPicPr>
        <p:blipFill>
          <a:blip r:embed="rId15">
            <a:duotone>
              <a:schemeClr val="accent3">
                <a:shade val="45000"/>
                <a:satMod val="135000"/>
              </a:schemeClr>
              <a:prstClr val="white"/>
            </a:duotone>
          </a:blip>
          <a:stretch>
            <a:fillRect/>
          </a:stretch>
        </p:blipFill>
        <p:spPr>
          <a:xfrm>
            <a:off x="10887148" y="4791062"/>
            <a:ext cx="256032" cy="256032"/>
          </a:xfrm>
          <a:prstGeom prst="rect">
            <a:avLst/>
          </a:prstGeom>
        </p:spPr>
      </p:pic>
      <p:pic>
        <p:nvPicPr>
          <p:cNvPr id="893" name="Picture 892" descr="Icon&#10;&#10;Description automatically generated">
            <a:extLst>
              <a:ext uri="{FF2B5EF4-FFF2-40B4-BE49-F238E27FC236}">
                <a16:creationId xmlns:a16="http://schemas.microsoft.com/office/drawing/2014/main" id="{5F0A1C05-AD1F-BAC3-F5FB-6CB208F888B7}"/>
              </a:ext>
            </a:extLst>
          </p:cNvPr>
          <p:cNvPicPr>
            <a:picLocks noChangeAspect="1"/>
          </p:cNvPicPr>
          <p:nvPr/>
        </p:nvPicPr>
        <p:blipFill>
          <a:blip r:embed="rId16">
            <a:duotone>
              <a:schemeClr val="accent3">
                <a:shade val="45000"/>
                <a:satMod val="135000"/>
              </a:schemeClr>
              <a:prstClr val="white"/>
            </a:duotone>
          </a:blip>
          <a:stretch>
            <a:fillRect/>
          </a:stretch>
        </p:blipFill>
        <p:spPr>
          <a:xfrm>
            <a:off x="11161790" y="4791062"/>
            <a:ext cx="256032" cy="256032"/>
          </a:xfrm>
          <a:prstGeom prst="rect">
            <a:avLst/>
          </a:prstGeom>
        </p:spPr>
      </p:pic>
      <p:pic>
        <p:nvPicPr>
          <p:cNvPr id="895" name="Picture 894" descr="Icon&#10;&#10;Description automatically generated">
            <a:extLst>
              <a:ext uri="{FF2B5EF4-FFF2-40B4-BE49-F238E27FC236}">
                <a16:creationId xmlns:a16="http://schemas.microsoft.com/office/drawing/2014/main" id="{D4EAA5FA-0777-E3EF-20B6-CF3EA1717ECF}"/>
              </a:ext>
            </a:extLst>
          </p:cNvPr>
          <p:cNvPicPr>
            <a:picLocks noChangeAspect="1"/>
          </p:cNvPicPr>
          <p:nvPr/>
        </p:nvPicPr>
        <p:blipFill>
          <a:blip r:embed="rId18">
            <a:duotone>
              <a:schemeClr val="accent3">
                <a:shade val="45000"/>
                <a:satMod val="135000"/>
              </a:schemeClr>
              <a:prstClr val="white"/>
            </a:duotone>
          </a:blip>
          <a:stretch>
            <a:fillRect/>
          </a:stretch>
        </p:blipFill>
        <p:spPr>
          <a:xfrm>
            <a:off x="10612506" y="5472396"/>
            <a:ext cx="256032" cy="256032"/>
          </a:xfrm>
          <a:prstGeom prst="rect">
            <a:avLst/>
          </a:prstGeom>
        </p:spPr>
      </p:pic>
      <p:pic>
        <p:nvPicPr>
          <p:cNvPr id="896" name="Picture 895" descr="Icon&#10;&#10;Description automatically generated">
            <a:extLst>
              <a:ext uri="{FF2B5EF4-FFF2-40B4-BE49-F238E27FC236}">
                <a16:creationId xmlns:a16="http://schemas.microsoft.com/office/drawing/2014/main" id="{BDF52683-4F80-C788-2303-482C77152EA1}"/>
              </a:ext>
            </a:extLst>
          </p:cNvPr>
          <p:cNvPicPr>
            <a:picLocks noChangeAspect="1"/>
          </p:cNvPicPr>
          <p:nvPr/>
        </p:nvPicPr>
        <p:blipFill>
          <a:blip r:embed="rId15">
            <a:duotone>
              <a:schemeClr val="accent3">
                <a:shade val="45000"/>
                <a:satMod val="135000"/>
              </a:schemeClr>
              <a:prstClr val="white"/>
            </a:duotone>
          </a:blip>
          <a:stretch>
            <a:fillRect/>
          </a:stretch>
        </p:blipFill>
        <p:spPr>
          <a:xfrm>
            <a:off x="10887148" y="5472396"/>
            <a:ext cx="256032" cy="256032"/>
          </a:xfrm>
          <a:prstGeom prst="rect">
            <a:avLst/>
          </a:prstGeom>
        </p:spPr>
      </p:pic>
      <p:pic>
        <p:nvPicPr>
          <p:cNvPr id="897" name="Picture 896" descr="Icon&#10;&#10;Description automatically generated">
            <a:extLst>
              <a:ext uri="{FF2B5EF4-FFF2-40B4-BE49-F238E27FC236}">
                <a16:creationId xmlns:a16="http://schemas.microsoft.com/office/drawing/2014/main" id="{1926C32A-C1E4-2696-F380-F14F7AD09288}"/>
              </a:ext>
            </a:extLst>
          </p:cNvPr>
          <p:cNvPicPr>
            <a:picLocks noChangeAspect="1"/>
          </p:cNvPicPr>
          <p:nvPr/>
        </p:nvPicPr>
        <p:blipFill>
          <a:blip r:embed="rId16">
            <a:duotone>
              <a:schemeClr val="accent3">
                <a:shade val="45000"/>
                <a:satMod val="135000"/>
              </a:schemeClr>
              <a:prstClr val="white"/>
            </a:duotone>
          </a:blip>
          <a:stretch>
            <a:fillRect/>
          </a:stretch>
        </p:blipFill>
        <p:spPr>
          <a:xfrm>
            <a:off x="11161790" y="5472396"/>
            <a:ext cx="256032" cy="256032"/>
          </a:xfrm>
          <a:prstGeom prst="rect">
            <a:avLst/>
          </a:prstGeom>
        </p:spPr>
      </p:pic>
      <p:sp>
        <p:nvSpPr>
          <p:cNvPr id="4" name="Slide Number Placeholder 3">
            <a:extLst>
              <a:ext uri="{FF2B5EF4-FFF2-40B4-BE49-F238E27FC236}">
                <a16:creationId xmlns:a16="http://schemas.microsoft.com/office/drawing/2014/main" id="{715F3024-264D-8E24-0C68-65307FA6E455}"/>
              </a:ext>
            </a:extLst>
          </p:cNvPr>
          <p:cNvSpPr>
            <a:spLocks noGrp="1"/>
          </p:cNvSpPr>
          <p:nvPr>
            <p:ph type="sldNum" sz="quarter" idx="12"/>
          </p:nvPr>
        </p:nvSpPr>
        <p:spPr/>
        <p:txBody>
          <a:bodyPr/>
          <a:lstStyle/>
          <a:p>
            <a:fld id="{2330669D-EC37-AA42-8CD3-B0788BD38FC6}" type="slidenum">
              <a:rPr lang="en-US" smtClean="0"/>
              <a:t>10</a:t>
            </a:fld>
            <a:endParaRPr lang="en-US" dirty="0"/>
          </a:p>
        </p:txBody>
      </p:sp>
    </p:spTree>
    <p:extLst>
      <p:ext uri="{BB962C8B-B14F-4D97-AF65-F5344CB8AC3E}">
        <p14:creationId xmlns:p14="http://schemas.microsoft.com/office/powerpoint/2010/main" val="30412584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7CF3C-78CE-B94D-340F-DCAAD8A8B22F}"/>
              </a:ext>
            </a:extLst>
          </p:cNvPr>
          <p:cNvSpPr>
            <a:spLocks noGrp="1"/>
          </p:cNvSpPr>
          <p:nvPr>
            <p:ph type="title"/>
          </p:nvPr>
        </p:nvSpPr>
        <p:spPr/>
        <p:txBody>
          <a:bodyPr/>
          <a:lstStyle/>
          <a:p>
            <a:r>
              <a:rPr lang="en-CA" dirty="0"/>
              <a:t>Gap Analysis Table</a:t>
            </a:r>
          </a:p>
        </p:txBody>
      </p:sp>
      <p:graphicFrame>
        <p:nvGraphicFramePr>
          <p:cNvPr id="4" name="Content Placeholder 3">
            <a:extLst>
              <a:ext uri="{FF2B5EF4-FFF2-40B4-BE49-F238E27FC236}">
                <a16:creationId xmlns:a16="http://schemas.microsoft.com/office/drawing/2014/main" id="{CE6B8658-5D4C-1696-337C-93412B678073}"/>
              </a:ext>
            </a:extLst>
          </p:cNvPr>
          <p:cNvGraphicFramePr>
            <a:graphicFrameLocks noGrp="1"/>
          </p:cNvGraphicFramePr>
          <p:nvPr>
            <p:ph idx="1"/>
            <p:extLst>
              <p:ext uri="{D42A27DB-BD31-4B8C-83A1-F6EECF244321}">
                <p14:modId xmlns:p14="http://schemas.microsoft.com/office/powerpoint/2010/main" val="1665424396"/>
              </p:ext>
            </p:extLst>
          </p:nvPr>
        </p:nvGraphicFramePr>
        <p:xfrm>
          <a:off x="838200" y="2189163"/>
          <a:ext cx="10515597" cy="311404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2238136855"/>
                    </a:ext>
                  </a:extLst>
                </a:gridCol>
                <a:gridCol w="3505199">
                  <a:extLst>
                    <a:ext uri="{9D8B030D-6E8A-4147-A177-3AD203B41FA5}">
                      <a16:colId xmlns:a16="http://schemas.microsoft.com/office/drawing/2014/main" val="3614541132"/>
                    </a:ext>
                  </a:extLst>
                </a:gridCol>
                <a:gridCol w="3505199">
                  <a:extLst>
                    <a:ext uri="{9D8B030D-6E8A-4147-A177-3AD203B41FA5}">
                      <a16:colId xmlns:a16="http://schemas.microsoft.com/office/drawing/2014/main" val="4171676821"/>
                    </a:ext>
                  </a:extLst>
                </a:gridCol>
              </a:tblGrid>
              <a:tr h="370840">
                <a:tc>
                  <a:txBody>
                    <a:bodyPr/>
                    <a:lstStyle/>
                    <a:p>
                      <a:pPr algn="ctr"/>
                      <a:r>
                        <a:rPr lang="en-CA" dirty="0"/>
                        <a:t>Current State</a:t>
                      </a:r>
                    </a:p>
                  </a:txBody>
                  <a:tcPr/>
                </a:tc>
                <a:tc>
                  <a:txBody>
                    <a:bodyPr/>
                    <a:lstStyle/>
                    <a:p>
                      <a:pPr algn="ctr"/>
                      <a:r>
                        <a:rPr lang="en-CA" dirty="0"/>
                        <a:t>Future State</a:t>
                      </a:r>
                    </a:p>
                  </a:txBody>
                  <a:tcPr/>
                </a:tc>
                <a:tc>
                  <a:txBody>
                    <a:bodyPr/>
                    <a:lstStyle/>
                    <a:p>
                      <a:pPr algn="ctr"/>
                      <a:r>
                        <a:rPr lang="en-CA" dirty="0"/>
                        <a:t>Gap</a:t>
                      </a:r>
                    </a:p>
                  </a:txBody>
                  <a:tcPr/>
                </a:tc>
                <a:extLst>
                  <a:ext uri="{0D108BD9-81ED-4DB2-BD59-A6C34878D82A}">
                    <a16:rowId xmlns:a16="http://schemas.microsoft.com/office/drawing/2014/main" val="2310216637"/>
                  </a:ext>
                </a:extLst>
              </a:tr>
              <a:tr h="370840">
                <a:tc>
                  <a:txBody>
                    <a:bodyPr/>
                    <a:lstStyle/>
                    <a:p>
                      <a:r>
                        <a:rPr lang="en-CA" dirty="0"/>
                        <a:t>No mobile wallet functionality</a:t>
                      </a:r>
                    </a:p>
                  </a:txBody>
                  <a:tcPr/>
                </a:tc>
                <a:tc>
                  <a:txBody>
                    <a:bodyPr/>
                    <a:lstStyle/>
                    <a:p>
                      <a:r>
                        <a:rPr lang="en-US" dirty="0"/>
                        <a:t>Fully integrated mobile wallet feature	</a:t>
                      </a:r>
                      <a:endParaRPr lang="en-CA" dirty="0"/>
                    </a:p>
                  </a:txBody>
                  <a:tcPr/>
                </a:tc>
                <a:tc>
                  <a:txBody>
                    <a:bodyPr/>
                    <a:lstStyle/>
                    <a:p>
                      <a:pPr marL="285750" indent="-285750">
                        <a:buFont typeface="Arial" panose="020B0604020202020204" pitchFamily="34" charset="0"/>
                        <a:buChar char="•"/>
                      </a:pPr>
                      <a:r>
                        <a:rPr lang="en-US" dirty="0"/>
                        <a:t>Lack of seamless digital payments</a:t>
                      </a:r>
                    </a:p>
                    <a:p>
                      <a:pPr marL="285750" indent="-285750">
                        <a:buFont typeface="Arial" panose="020B0604020202020204" pitchFamily="34" charset="0"/>
                        <a:buChar char="•"/>
                      </a:pPr>
                      <a:r>
                        <a:rPr lang="en-US" dirty="0"/>
                        <a:t>Missed revenue </a:t>
                      </a:r>
                    </a:p>
                    <a:p>
                      <a:pPr marL="285750" indent="-285750">
                        <a:buFont typeface="Arial" panose="020B0604020202020204" pitchFamily="34" charset="0"/>
                        <a:buChar char="•"/>
                      </a:pPr>
                      <a:r>
                        <a:rPr lang="en-US" dirty="0"/>
                        <a:t>Engagement opportunities</a:t>
                      </a:r>
                      <a:endParaRPr lang="en-CA" dirty="0"/>
                    </a:p>
                  </a:txBody>
                  <a:tcPr/>
                </a:tc>
                <a:extLst>
                  <a:ext uri="{0D108BD9-81ED-4DB2-BD59-A6C34878D82A}">
                    <a16:rowId xmlns:a16="http://schemas.microsoft.com/office/drawing/2014/main" val="3081544762"/>
                  </a:ext>
                </a:extLst>
              </a:tr>
              <a:tr h="370840">
                <a:tc>
                  <a:txBody>
                    <a:bodyPr/>
                    <a:lstStyle/>
                    <a:p>
                      <a:r>
                        <a:rPr lang="en-CA" dirty="0"/>
                        <a:t>Higher customer churn rate</a:t>
                      </a:r>
                    </a:p>
                  </a:txBody>
                  <a:tcPr/>
                </a:tc>
                <a:tc>
                  <a:txBody>
                    <a:bodyPr/>
                    <a:lstStyle/>
                    <a:p>
                      <a:r>
                        <a:rPr lang="en-US" dirty="0"/>
                        <a:t>Reduced churn by 15% in one year</a:t>
                      </a:r>
                      <a:endParaRPr lang="en-CA" dirty="0"/>
                    </a:p>
                  </a:txBody>
                  <a:tcPr/>
                </a:tc>
                <a:tc>
                  <a:txBody>
                    <a:bodyPr/>
                    <a:lstStyle/>
                    <a:p>
                      <a:r>
                        <a:rPr lang="en-US" dirty="0"/>
                        <a:t>Inconvenient payment methods encourage customers to switch.</a:t>
                      </a:r>
                      <a:endParaRPr lang="en-CA" dirty="0"/>
                    </a:p>
                  </a:txBody>
                  <a:tcPr/>
                </a:tc>
                <a:extLst>
                  <a:ext uri="{0D108BD9-81ED-4DB2-BD59-A6C34878D82A}">
                    <a16:rowId xmlns:a16="http://schemas.microsoft.com/office/drawing/2014/main" val="251759027"/>
                  </a:ext>
                </a:extLst>
              </a:tr>
              <a:tr h="370840">
                <a:tc>
                  <a:txBody>
                    <a:bodyPr/>
                    <a:lstStyle/>
                    <a:p>
                      <a:r>
                        <a:rPr lang="en-US" dirty="0"/>
                        <a:t>No engagement through loyalty programs</a:t>
                      </a:r>
                      <a:endParaRPr lang="en-CA" dirty="0"/>
                    </a:p>
                  </a:txBody>
                  <a:tcPr/>
                </a:tc>
                <a:tc>
                  <a:txBody>
                    <a:bodyPr/>
                    <a:lstStyle/>
                    <a:p>
                      <a:r>
                        <a:rPr lang="en-US" dirty="0"/>
                        <a:t>Engaged customers via reward programs</a:t>
                      </a:r>
                      <a:endParaRPr lang="en-CA" dirty="0"/>
                    </a:p>
                  </a:txBody>
                  <a:tcPr/>
                </a:tc>
                <a:tc>
                  <a:txBody>
                    <a:bodyPr/>
                    <a:lstStyle/>
                    <a:p>
                      <a:r>
                        <a:rPr lang="en-US" dirty="0"/>
                        <a:t>Reward programs are necessary to increase client retention.</a:t>
                      </a:r>
                      <a:endParaRPr lang="en-CA" dirty="0"/>
                    </a:p>
                  </a:txBody>
                  <a:tcPr/>
                </a:tc>
                <a:extLst>
                  <a:ext uri="{0D108BD9-81ED-4DB2-BD59-A6C34878D82A}">
                    <a16:rowId xmlns:a16="http://schemas.microsoft.com/office/drawing/2014/main" val="1889531569"/>
                  </a:ext>
                </a:extLst>
              </a:tr>
            </a:tbl>
          </a:graphicData>
        </a:graphic>
      </p:graphicFrame>
      <p:sp>
        <p:nvSpPr>
          <p:cNvPr id="3" name="Slide Number Placeholder 2">
            <a:extLst>
              <a:ext uri="{FF2B5EF4-FFF2-40B4-BE49-F238E27FC236}">
                <a16:creationId xmlns:a16="http://schemas.microsoft.com/office/drawing/2014/main" id="{9365B1A5-30C3-BB47-6AA1-3A322D068FD5}"/>
              </a:ext>
            </a:extLst>
          </p:cNvPr>
          <p:cNvSpPr>
            <a:spLocks noGrp="1"/>
          </p:cNvSpPr>
          <p:nvPr>
            <p:ph type="sldNum" sz="quarter" idx="12"/>
          </p:nvPr>
        </p:nvSpPr>
        <p:spPr/>
        <p:txBody>
          <a:bodyPr/>
          <a:lstStyle/>
          <a:p>
            <a:fld id="{273BAE12-D270-459D-897B-6833652BB167}" type="slidenum">
              <a:rPr lang="en-US" smtClean="0"/>
              <a:t>11</a:t>
            </a:fld>
            <a:endParaRPr lang="en-US" dirty="0"/>
          </a:p>
        </p:txBody>
      </p:sp>
    </p:spTree>
    <p:extLst>
      <p:ext uri="{BB962C8B-B14F-4D97-AF65-F5344CB8AC3E}">
        <p14:creationId xmlns:p14="http://schemas.microsoft.com/office/powerpoint/2010/main" val="17590824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8" name="Group 117">
            <a:extLst>
              <a:ext uri="{FF2B5EF4-FFF2-40B4-BE49-F238E27FC236}">
                <a16:creationId xmlns:a16="http://schemas.microsoft.com/office/drawing/2014/main" id="{8DE1C2A4-07AC-4931-BB55-109C585A57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119" name="Straight Connector 118">
              <a:extLst>
                <a:ext uri="{FF2B5EF4-FFF2-40B4-BE49-F238E27FC236}">
                  <a16:creationId xmlns:a16="http://schemas.microsoft.com/office/drawing/2014/main" id="{62F4E679-EE44-4368-A9DB-0885B3833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flipV="1">
              <a:off x="6096000" y="581055"/>
              <a:ext cx="4520" cy="569565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44936CF5-3DDC-44F6-9C3D-659B31F82E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121" name="Straight Connector 120">
                <a:extLst>
                  <a:ext uri="{FF2B5EF4-FFF2-40B4-BE49-F238E27FC236}">
                    <a16:creationId xmlns:a16="http://schemas.microsoft.com/office/drawing/2014/main" id="{8EA52A28-303F-4B8C-A110-BF8EDC1398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0C593429-1971-4E78-AAC7-4D8EE5BEC3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AFF7FC5C-1A57-437E-9E66-1F97558177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3E2A2E1E-5A55-4724-9E05-1EB4F20D2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D28D3C2E-8353-698C-9DD0-14CAB7988066}"/>
              </a:ext>
            </a:extLst>
          </p:cNvPr>
          <p:cNvSpPr>
            <a:spLocks noGrp="1"/>
          </p:cNvSpPr>
          <p:nvPr>
            <p:ph type="title"/>
          </p:nvPr>
        </p:nvSpPr>
        <p:spPr>
          <a:xfrm>
            <a:off x="838200" y="780429"/>
            <a:ext cx="4933950" cy="1543185"/>
          </a:xfrm>
        </p:spPr>
        <p:txBody>
          <a:bodyPr>
            <a:normAutofit/>
          </a:bodyPr>
          <a:lstStyle/>
          <a:p>
            <a:pPr>
              <a:lnSpc>
                <a:spcPct val="90000"/>
              </a:lnSpc>
            </a:pPr>
            <a:r>
              <a:rPr lang="en-CA" sz="3700" dirty="0"/>
              <a:t>Benefits of the Wallet to the Customers (Why ?)</a:t>
            </a:r>
          </a:p>
        </p:txBody>
      </p:sp>
      <p:sp>
        <p:nvSpPr>
          <p:cNvPr id="109" name="Content Placeholder 8">
            <a:extLst>
              <a:ext uri="{FF2B5EF4-FFF2-40B4-BE49-F238E27FC236}">
                <a16:creationId xmlns:a16="http://schemas.microsoft.com/office/drawing/2014/main" id="{1930EF61-6FC3-6AFC-DADC-160AB5FE4F7C}"/>
              </a:ext>
            </a:extLst>
          </p:cNvPr>
          <p:cNvSpPr>
            <a:spLocks noGrp="1"/>
          </p:cNvSpPr>
          <p:nvPr>
            <p:ph idx="1"/>
          </p:nvPr>
        </p:nvSpPr>
        <p:spPr>
          <a:xfrm>
            <a:off x="838200" y="2434196"/>
            <a:ext cx="4933950" cy="3430575"/>
          </a:xfrm>
        </p:spPr>
        <p:txBody>
          <a:bodyPr>
            <a:normAutofit/>
          </a:bodyPr>
          <a:lstStyle/>
          <a:p>
            <a:r>
              <a:rPr lang="en-US" dirty="0"/>
              <a:t>Seamless Customer Experience</a:t>
            </a:r>
          </a:p>
          <a:p>
            <a:r>
              <a:rPr lang="en-US" dirty="0"/>
              <a:t>Rewards and Loyalty Programs</a:t>
            </a:r>
          </a:p>
          <a:p>
            <a:r>
              <a:rPr lang="en-US" dirty="0"/>
              <a:t>Multiple Payment Options</a:t>
            </a:r>
          </a:p>
          <a:p>
            <a:r>
              <a:rPr lang="en-US" dirty="0"/>
              <a:t>Faster Transactions</a:t>
            </a:r>
          </a:p>
          <a:p>
            <a:r>
              <a:rPr lang="en-US" dirty="0"/>
              <a:t>Increased Control</a:t>
            </a:r>
          </a:p>
          <a:p>
            <a:endParaRPr lang="en-US" dirty="0"/>
          </a:p>
        </p:txBody>
      </p:sp>
      <p:pic>
        <p:nvPicPr>
          <p:cNvPr id="5" name="Picture 4" descr="A graph showing the number of customer satisfaction&#10;&#10;Description automatically generated">
            <a:extLst>
              <a:ext uri="{FF2B5EF4-FFF2-40B4-BE49-F238E27FC236}">
                <a16:creationId xmlns:a16="http://schemas.microsoft.com/office/drawing/2014/main" id="{67E33649-673D-940B-9B7A-DD38613DA4C2}"/>
              </a:ext>
            </a:extLst>
          </p:cNvPr>
          <p:cNvPicPr>
            <a:picLocks noChangeAspect="1"/>
          </p:cNvPicPr>
          <p:nvPr/>
        </p:nvPicPr>
        <p:blipFill>
          <a:blip r:embed="rId2"/>
          <a:stretch>
            <a:fillRect/>
          </a:stretch>
        </p:blipFill>
        <p:spPr>
          <a:xfrm>
            <a:off x="6341806" y="780429"/>
            <a:ext cx="5007473" cy="2586198"/>
          </a:xfrm>
          <a:prstGeom prst="rect">
            <a:avLst/>
          </a:prstGeom>
        </p:spPr>
      </p:pic>
      <p:pic>
        <p:nvPicPr>
          <p:cNvPr id="6" name="Picture 5" descr="A graph showing a number of users&#10;&#10;Description automatically generated">
            <a:extLst>
              <a:ext uri="{FF2B5EF4-FFF2-40B4-BE49-F238E27FC236}">
                <a16:creationId xmlns:a16="http://schemas.microsoft.com/office/drawing/2014/main" id="{71B7FF0B-52CC-680C-F880-7EC094018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1806" y="3429000"/>
            <a:ext cx="5011994" cy="2685766"/>
          </a:xfrm>
          <a:prstGeom prst="rect">
            <a:avLst/>
          </a:prstGeom>
        </p:spPr>
      </p:pic>
      <p:sp>
        <p:nvSpPr>
          <p:cNvPr id="3" name="Slide Number Placeholder 2">
            <a:extLst>
              <a:ext uri="{FF2B5EF4-FFF2-40B4-BE49-F238E27FC236}">
                <a16:creationId xmlns:a16="http://schemas.microsoft.com/office/drawing/2014/main" id="{D1DFBD21-1A54-EDE1-E87D-88A5BC89A7EC}"/>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12</a:t>
            </a:fld>
            <a:endParaRPr lang="en-US"/>
          </a:p>
        </p:txBody>
      </p:sp>
    </p:spTree>
    <p:extLst>
      <p:ext uri="{BB962C8B-B14F-4D97-AF65-F5344CB8AC3E}">
        <p14:creationId xmlns:p14="http://schemas.microsoft.com/office/powerpoint/2010/main" val="1274594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9D7A-8E7A-221C-C13B-FD6E9A0BCEB1}"/>
              </a:ext>
            </a:extLst>
          </p:cNvPr>
          <p:cNvSpPr>
            <a:spLocks noGrp="1"/>
          </p:cNvSpPr>
          <p:nvPr>
            <p:ph type="title"/>
          </p:nvPr>
        </p:nvSpPr>
        <p:spPr/>
        <p:txBody>
          <a:bodyPr>
            <a:normAutofit fontScale="90000"/>
          </a:bodyPr>
          <a:lstStyle/>
          <a:p>
            <a:pPr algn="ctr"/>
            <a:r>
              <a:rPr lang="en-CA" dirty="0"/>
              <a:t>Evo-Konnect Mobile Wallet Integration Potential Opportunities</a:t>
            </a:r>
          </a:p>
        </p:txBody>
      </p:sp>
      <p:sp>
        <p:nvSpPr>
          <p:cNvPr id="3" name="Content Placeholder 2">
            <a:extLst>
              <a:ext uri="{FF2B5EF4-FFF2-40B4-BE49-F238E27FC236}">
                <a16:creationId xmlns:a16="http://schemas.microsoft.com/office/drawing/2014/main" id="{DAF572B8-757E-0BDB-0A9C-51993982D0C9}"/>
              </a:ext>
            </a:extLst>
          </p:cNvPr>
          <p:cNvSpPr>
            <a:spLocks noGrp="1"/>
          </p:cNvSpPr>
          <p:nvPr>
            <p:ph idx="1"/>
          </p:nvPr>
        </p:nvSpPr>
        <p:spPr/>
        <p:txBody>
          <a:bodyPr/>
          <a:lstStyle/>
          <a:p>
            <a:r>
              <a:rPr lang="en-CA" b="1" dirty="0"/>
              <a:t>Diversification of Revenue Streams</a:t>
            </a:r>
            <a:r>
              <a:rPr lang="en-CA" dirty="0"/>
              <a:t>: Integration of the wallet will create new revenue income through in-app purchases and transaction fees. </a:t>
            </a:r>
          </a:p>
          <a:p>
            <a:r>
              <a:rPr lang="en-CA" b="1" dirty="0"/>
              <a:t>Enhanced Customer Loyalty Programs</a:t>
            </a:r>
            <a:r>
              <a:rPr lang="en-CA" dirty="0"/>
              <a:t>: Integration of the wallet will create opportunities for personalized rewards and loyalty programs, improving customer retention. </a:t>
            </a:r>
          </a:p>
          <a:p>
            <a:r>
              <a:rPr lang="en-CA" b="1" dirty="0"/>
              <a:t>Competitive Market Positioning</a:t>
            </a:r>
            <a:r>
              <a:rPr lang="en-CA" dirty="0"/>
              <a:t>: Integration of the wallet will distinguish its product offerings </a:t>
            </a:r>
            <a:r>
              <a:rPr lang="en-US" dirty="0"/>
              <a:t>from those of other telecom giants, such as peer-to-peer transfers</a:t>
            </a:r>
            <a:r>
              <a:rPr lang="en-CA" dirty="0"/>
              <a:t>. </a:t>
            </a:r>
          </a:p>
          <a:p>
            <a:r>
              <a:rPr lang="en-CA" b="1" dirty="0"/>
              <a:t>Expansion into Digital Payments</a:t>
            </a:r>
            <a:r>
              <a:rPr lang="en-CA" dirty="0"/>
              <a:t>: Evo-Konnect can grow into a broader digital payment space allowing expansion beyond the telecom services. </a:t>
            </a:r>
          </a:p>
          <a:p>
            <a:r>
              <a:rPr lang="en-CA" b="1" dirty="0"/>
              <a:t>Cross-Industry Partnerships</a:t>
            </a:r>
            <a:r>
              <a:rPr lang="en-CA" dirty="0"/>
              <a:t>: This product will create an avenue for partnerships with financial institutions and e-commerce platforms, enhancing its value proposition in the market.  </a:t>
            </a:r>
          </a:p>
          <a:p>
            <a:endParaRPr lang="en-CA" dirty="0"/>
          </a:p>
          <a:p>
            <a:endParaRPr lang="en-CA" dirty="0"/>
          </a:p>
        </p:txBody>
      </p:sp>
      <p:sp>
        <p:nvSpPr>
          <p:cNvPr id="4" name="Slide Number Placeholder 3">
            <a:extLst>
              <a:ext uri="{FF2B5EF4-FFF2-40B4-BE49-F238E27FC236}">
                <a16:creationId xmlns:a16="http://schemas.microsoft.com/office/drawing/2014/main" id="{774BA6A7-475E-7FB8-7873-833545324D48}"/>
              </a:ext>
            </a:extLst>
          </p:cNvPr>
          <p:cNvSpPr>
            <a:spLocks noGrp="1"/>
          </p:cNvSpPr>
          <p:nvPr>
            <p:ph type="sldNum" sz="quarter" idx="12"/>
          </p:nvPr>
        </p:nvSpPr>
        <p:spPr/>
        <p:txBody>
          <a:bodyPr/>
          <a:lstStyle/>
          <a:p>
            <a:fld id="{273BAE12-D270-459D-897B-6833652BB167}" type="slidenum">
              <a:rPr lang="en-US" smtClean="0"/>
              <a:t>13</a:t>
            </a:fld>
            <a:endParaRPr lang="en-US" dirty="0"/>
          </a:p>
        </p:txBody>
      </p:sp>
    </p:spTree>
    <p:extLst>
      <p:ext uri="{BB962C8B-B14F-4D97-AF65-F5344CB8AC3E}">
        <p14:creationId xmlns:p14="http://schemas.microsoft.com/office/powerpoint/2010/main" val="303525154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AE6FDE22-1F54-452D-A9BA-1BE9FDB53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12192001"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E24727BA-2777-4823-88E1-1B4B61968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2AB0E0E5-A956-4B80-A317-E670B96C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7346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Content Placeholder 16" descr="A hand holding a cell phone&#10;&#10;Description automatically generated">
            <a:extLst>
              <a:ext uri="{FF2B5EF4-FFF2-40B4-BE49-F238E27FC236}">
                <a16:creationId xmlns:a16="http://schemas.microsoft.com/office/drawing/2014/main" id="{DD46F1D3-6BAE-E7E1-C6EF-D871A95C6E15}"/>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302" r="1" b="1"/>
          <a:stretch/>
        </p:blipFill>
        <p:spPr>
          <a:xfrm>
            <a:off x="20" y="-1"/>
            <a:ext cx="12191980" cy="6873463"/>
          </a:xfrm>
          <a:prstGeom prst="rect">
            <a:avLst/>
          </a:prstGeom>
          <a:ln w="12700">
            <a:noFill/>
          </a:ln>
        </p:spPr>
      </p:pic>
      <p:grpSp>
        <p:nvGrpSpPr>
          <p:cNvPr id="50" name="Group 49">
            <a:extLst>
              <a:ext uri="{FF2B5EF4-FFF2-40B4-BE49-F238E27FC236}">
                <a16:creationId xmlns:a16="http://schemas.microsoft.com/office/drawing/2014/main" id="{68142369-1172-4897-98AF-7E16842C4A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12192000" cy="6857996"/>
            <a:chOff x="572" y="-1"/>
            <a:chExt cx="12192000" cy="6857996"/>
          </a:xfrm>
        </p:grpSpPr>
        <p:cxnSp>
          <p:nvCxnSpPr>
            <p:cNvPr id="32" name="Straight Connector 31">
              <a:extLst>
                <a:ext uri="{FF2B5EF4-FFF2-40B4-BE49-F238E27FC236}">
                  <a16:creationId xmlns:a16="http://schemas.microsoft.com/office/drawing/2014/main" id="{6B4EC643-469D-49F7-B2C7-FA3DA6FFAC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3C04565-7FC8-416F-9C08-F430D337F8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2BD8DCF-6634-460D-AA2E-1357451FBA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EAC9175-245B-4886-A4F2-EEA53C13F5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Graphic 33">
              <a:extLst>
                <a:ext uri="{FF2B5EF4-FFF2-40B4-BE49-F238E27FC236}">
                  <a16:creationId xmlns:a16="http://schemas.microsoft.com/office/drawing/2014/main" id="{BC567658-11B8-4D35-89AE-B73534669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7" name="Graphic 33">
              <a:extLst>
                <a:ext uri="{FF2B5EF4-FFF2-40B4-BE49-F238E27FC236}">
                  <a16:creationId xmlns:a16="http://schemas.microsoft.com/office/drawing/2014/main" id="{B2AAA79A-1602-4193-8170-9C436D9CE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1A6974C7-4602-8444-EA4D-53F4244B0BB8}"/>
              </a:ext>
            </a:extLst>
          </p:cNvPr>
          <p:cNvSpPr>
            <a:spLocks noGrp="1"/>
          </p:cNvSpPr>
          <p:nvPr>
            <p:ph type="title"/>
          </p:nvPr>
        </p:nvSpPr>
        <p:spPr>
          <a:xfrm>
            <a:off x="841248" y="876304"/>
            <a:ext cx="8817102" cy="2623980"/>
          </a:xfrm>
        </p:spPr>
        <p:txBody>
          <a:bodyPr anchor="b">
            <a:normAutofit/>
          </a:bodyPr>
          <a:lstStyle/>
          <a:p>
            <a:r>
              <a:rPr lang="en-CA" dirty="0">
                <a:solidFill>
                  <a:srgbClr val="FFFFFF"/>
                </a:solidFill>
              </a:rPr>
              <a:t>Conclusion</a:t>
            </a:r>
          </a:p>
        </p:txBody>
      </p:sp>
      <p:sp>
        <p:nvSpPr>
          <p:cNvPr id="52" name="Content Placeholder 21">
            <a:extLst>
              <a:ext uri="{FF2B5EF4-FFF2-40B4-BE49-F238E27FC236}">
                <a16:creationId xmlns:a16="http://schemas.microsoft.com/office/drawing/2014/main" id="{0AE545DF-6808-ED88-7332-4F1472EF9009}"/>
              </a:ext>
            </a:extLst>
          </p:cNvPr>
          <p:cNvSpPr>
            <a:spLocks noGrp="1"/>
          </p:cNvSpPr>
          <p:nvPr>
            <p:ph idx="1"/>
          </p:nvPr>
        </p:nvSpPr>
        <p:spPr>
          <a:xfrm>
            <a:off x="841247" y="3706762"/>
            <a:ext cx="8627217" cy="2554480"/>
          </a:xfrm>
        </p:spPr>
        <p:txBody>
          <a:bodyPr>
            <a:normAutofit fontScale="92500" lnSpcReduction="10000"/>
          </a:bodyPr>
          <a:lstStyle/>
          <a:p>
            <a:pPr marL="0" indent="0">
              <a:buNone/>
            </a:pPr>
            <a:r>
              <a:rPr lang="en-US" sz="2000" dirty="0">
                <a:solidFill>
                  <a:srgbClr val="FFFFFF"/>
                </a:solidFill>
              </a:rPr>
              <a:t>The mobile wallet integration from Evo-Konnect will transform consumer interactions by providing a quick, safe, and easy way to make payments. This project fulfills significant company goals by lowering client churn, boosting engagement, and tapping into new revenue streams. With strong support from major stakeholders and a well-thought-out strategy, Evo-Konnect is prepared to introduce a mobile wallet that fulfills user demands and fosters sustained expansion. By the end of 2024, complete testing, launch, and guarantee continued assistance to accomplish full integration.</a:t>
            </a:r>
          </a:p>
        </p:txBody>
      </p:sp>
      <p:sp>
        <p:nvSpPr>
          <p:cNvPr id="18" name="TextBox 17">
            <a:extLst>
              <a:ext uri="{FF2B5EF4-FFF2-40B4-BE49-F238E27FC236}">
                <a16:creationId xmlns:a16="http://schemas.microsoft.com/office/drawing/2014/main" id="{03C151D1-8606-C29B-8433-4B1F1F2DE82D}"/>
              </a:ext>
            </a:extLst>
          </p:cNvPr>
          <p:cNvSpPr txBox="1"/>
          <p:nvPr/>
        </p:nvSpPr>
        <p:spPr>
          <a:xfrm>
            <a:off x="9727864" y="6673407"/>
            <a:ext cx="2464136" cy="200055"/>
          </a:xfrm>
          <a:prstGeom prst="rect">
            <a:avLst/>
          </a:prstGeom>
          <a:solidFill>
            <a:srgbClr val="000000"/>
          </a:solidFill>
        </p:spPr>
        <p:txBody>
          <a:bodyPr wrap="none" rtlCol="0">
            <a:spAutoFit/>
          </a:bodyPr>
          <a:lstStyle/>
          <a:p>
            <a:pPr algn="r">
              <a:spcAft>
                <a:spcPts val="600"/>
              </a:spcAft>
            </a:pPr>
            <a:r>
              <a:rPr lang="en-CA" sz="700" dirty="0">
                <a:solidFill>
                  <a:srgbClr val="FFFFFF"/>
                </a:solidFill>
                <a:hlinkClick r:id="rId3" tooltip="https://digital.report/digital-report-weekly-march-6th-2015/">
                  <a:extLst>
                    <a:ext uri="{A12FA001-AC4F-418D-AE19-62706E023703}">
                      <ahyp:hlinkClr xmlns:ahyp="http://schemas.microsoft.com/office/drawing/2018/hyperlinkcolor" val="tx"/>
                    </a:ext>
                  </a:extLst>
                </a:hlinkClick>
              </a:rPr>
              <a:t>This Photo</a:t>
            </a:r>
            <a:r>
              <a:rPr lang="en-CA" sz="700" dirty="0">
                <a:solidFill>
                  <a:srgbClr val="FFFFFF"/>
                </a:solidFill>
              </a:rPr>
              <a:t> by Unknown Author is licensed under </a:t>
            </a:r>
            <a:r>
              <a:rPr lang="en-CA" sz="700" dirty="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CA" sz="700" dirty="0">
              <a:solidFill>
                <a:srgbClr val="FFFFFF"/>
              </a:solidFill>
            </a:endParaRPr>
          </a:p>
        </p:txBody>
      </p:sp>
      <p:sp>
        <p:nvSpPr>
          <p:cNvPr id="3" name="Slide Number Placeholder 2">
            <a:extLst>
              <a:ext uri="{FF2B5EF4-FFF2-40B4-BE49-F238E27FC236}">
                <a16:creationId xmlns:a16="http://schemas.microsoft.com/office/drawing/2014/main" id="{3C132981-92F6-1F84-5D99-4AF9AE1213E2}"/>
              </a:ext>
            </a:extLst>
          </p:cNvPr>
          <p:cNvSpPr>
            <a:spLocks noGrp="1"/>
          </p:cNvSpPr>
          <p:nvPr>
            <p:ph type="sldNum" sz="quarter" idx="12"/>
          </p:nvPr>
        </p:nvSpPr>
        <p:spPr/>
        <p:txBody>
          <a:bodyPr/>
          <a:lstStyle/>
          <a:p>
            <a:fld id="{273BAE12-D270-459D-897B-6833652BB167}" type="slidenum">
              <a:rPr lang="en-US" smtClean="0"/>
              <a:t>14</a:t>
            </a:fld>
            <a:endParaRPr lang="en-US" dirty="0"/>
          </a:p>
        </p:txBody>
      </p:sp>
    </p:spTree>
    <p:extLst>
      <p:ext uri="{BB962C8B-B14F-4D97-AF65-F5344CB8AC3E}">
        <p14:creationId xmlns:p14="http://schemas.microsoft.com/office/powerpoint/2010/main" val="2774501426"/>
      </p:ext>
    </p:extLst>
  </p:cSld>
  <p:clrMapOvr>
    <a:overrideClrMapping bg1="dk1" tx1="lt1" bg2="dk2" tx2="lt2" accent1="accent1" accent2="accent2" accent3="accent3" accent4="accent4" accent5="accent5" accent6="accent6" hlink="hlink" folHlink="folHlink"/>
  </p:clrMapOvr>
  <p:transition spd="slow">
    <p:comb/>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8827F1-3359-44F6-9009-43AE2B17F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12192001"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7AFAD67-5350-4773-886F-D6DD7E66D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7346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Vector background of vibrant colors splashing">
            <a:extLst>
              <a:ext uri="{FF2B5EF4-FFF2-40B4-BE49-F238E27FC236}">
                <a16:creationId xmlns:a16="http://schemas.microsoft.com/office/drawing/2014/main" id="{4A9C8F10-E90B-4DB2-4F67-7914A13B85F3}"/>
              </a:ext>
            </a:extLst>
          </p:cNvPr>
          <p:cNvPicPr>
            <a:picLocks noChangeAspect="1"/>
          </p:cNvPicPr>
          <p:nvPr/>
        </p:nvPicPr>
        <p:blipFill>
          <a:blip r:embed="rId2">
            <a:alphaModFix amt="40000"/>
          </a:blip>
          <a:srcRect t="17078" r="-2" b="-2"/>
          <a:stretch/>
        </p:blipFill>
        <p:spPr>
          <a:xfrm>
            <a:off x="20" y="-1"/>
            <a:ext cx="12189789" cy="6873457"/>
          </a:xfrm>
          <a:prstGeom prst="rect">
            <a:avLst/>
          </a:prstGeom>
          <a:ln w="12700">
            <a:noFill/>
          </a:ln>
        </p:spPr>
      </p:pic>
      <p:grpSp>
        <p:nvGrpSpPr>
          <p:cNvPr id="13" name="Group 12">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12192000" cy="6857996"/>
            <a:chOff x="572" y="-1"/>
            <a:chExt cx="12192000" cy="6857996"/>
          </a:xfrm>
        </p:grpSpPr>
        <p:cxnSp>
          <p:nvCxnSpPr>
            <p:cNvPr id="14" name="Straight Connector 13">
              <a:extLst>
                <a:ext uri="{FF2B5EF4-FFF2-40B4-BE49-F238E27FC236}">
                  <a16:creationId xmlns:a16="http://schemas.microsoft.com/office/drawing/2014/main" id="{D3DD55E4-EA4F-4874-8B5B-6E0EAF4BBF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950BAF-7673-4138-AEA2-DE7D368CC3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BE3E2B5-EA1C-415A-941A-843C7EA14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87FA3A6-E398-4576-B6B8-3328028D84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Graphic 33">
              <a:extLst>
                <a:ext uri="{FF2B5EF4-FFF2-40B4-BE49-F238E27FC236}">
                  <a16:creationId xmlns:a16="http://schemas.microsoft.com/office/drawing/2014/main" id="{EFB597D7-65E0-476A-B9EB-3AA6ED33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7" name="Graphic 33">
              <a:extLst>
                <a:ext uri="{FF2B5EF4-FFF2-40B4-BE49-F238E27FC236}">
                  <a16:creationId xmlns:a16="http://schemas.microsoft.com/office/drawing/2014/main" id="{11AA060A-BE0E-4687-8F9E-0E2955D97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A77342A2-B3F3-AB29-8A17-06A97B52B431}"/>
              </a:ext>
            </a:extLst>
          </p:cNvPr>
          <p:cNvSpPr>
            <a:spLocks noGrp="1"/>
          </p:cNvSpPr>
          <p:nvPr>
            <p:ph type="ctrTitle"/>
          </p:nvPr>
        </p:nvSpPr>
        <p:spPr>
          <a:xfrm>
            <a:off x="841248" y="3429000"/>
            <a:ext cx="7151357" cy="2387600"/>
          </a:xfrm>
        </p:spPr>
        <p:txBody>
          <a:bodyPr anchor="t">
            <a:normAutofit/>
          </a:bodyPr>
          <a:lstStyle/>
          <a:p>
            <a:r>
              <a:rPr lang="en-CA" sz="2800" dirty="0">
                <a:solidFill>
                  <a:srgbClr val="FFFFFF"/>
                </a:solidFill>
                <a:latin typeface="Avenir Next LT Pro (Body)"/>
              </a:rPr>
              <a:t>THANK YOU !!</a:t>
            </a:r>
          </a:p>
        </p:txBody>
      </p:sp>
      <p:sp>
        <p:nvSpPr>
          <p:cNvPr id="3" name="Slide Number Placeholder 2">
            <a:extLst>
              <a:ext uri="{FF2B5EF4-FFF2-40B4-BE49-F238E27FC236}">
                <a16:creationId xmlns:a16="http://schemas.microsoft.com/office/drawing/2014/main" id="{B727B3BB-91E7-00BC-B76D-64B888FE17B0}"/>
              </a:ext>
            </a:extLst>
          </p:cNvPr>
          <p:cNvSpPr>
            <a:spLocks noGrp="1"/>
          </p:cNvSpPr>
          <p:nvPr>
            <p:ph type="sldNum" sz="quarter" idx="12"/>
          </p:nvPr>
        </p:nvSpPr>
        <p:spPr/>
        <p:txBody>
          <a:bodyPr/>
          <a:lstStyle/>
          <a:p>
            <a:fld id="{273BAE12-D270-459D-897B-6833652BB167}" type="slidenum">
              <a:rPr lang="en-US" smtClean="0"/>
              <a:t>15</a:t>
            </a:fld>
            <a:endParaRPr lang="en-US" dirty="0"/>
          </a:p>
        </p:txBody>
      </p:sp>
    </p:spTree>
    <p:extLst>
      <p:ext uri="{BB962C8B-B14F-4D97-AF65-F5344CB8AC3E}">
        <p14:creationId xmlns:p14="http://schemas.microsoft.com/office/powerpoint/2010/main" val="3402279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rchVTI">
  <a:themeElements>
    <a:clrScheme name="AnalogousFromRegularSeedRightStep">
      <a:dk1>
        <a:srgbClr val="000000"/>
      </a:dk1>
      <a:lt1>
        <a:srgbClr val="FFFFFF"/>
      </a:lt1>
      <a:dk2>
        <a:srgbClr val="1C2732"/>
      </a:dk2>
      <a:lt2>
        <a:srgbClr val="F3F0F1"/>
      </a:lt2>
      <a:accent1>
        <a:srgbClr val="21B782"/>
      </a:accent1>
      <a:accent2>
        <a:srgbClr val="14B1BC"/>
      </a:accent2>
      <a:accent3>
        <a:srgbClr val="298CE7"/>
      </a:accent3>
      <a:accent4>
        <a:srgbClr val="2E40D9"/>
      </a:accent4>
      <a:accent5>
        <a:srgbClr val="6529E7"/>
      </a:accent5>
      <a:accent6>
        <a:srgbClr val="A217D5"/>
      </a:accent6>
      <a:hlink>
        <a:srgbClr val="BF3F6C"/>
      </a:hlink>
      <a:folHlink>
        <a:srgbClr val="7F7F7F"/>
      </a:folHlink>
    </a:clrScheme>
    <a:fontScheme name="Custom 16">
      <a:majorFont>
        <a:latin typeface="Footlight MT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VTI" id="{23FE938F-4DF0-4C94-8546-C2AC6D26660D}" vid="{62E62DA1-385F-4EE3-8841-58A87FAE2068}"/>
    </a:ext>
  </a:extLst>
</a:theme>
</file>

<file path=ppt/theme/theme2.xml><?xml version="1.0" encoding="utf-8"?>
<a:theme xmlns:a="http://schemas.openxmlformats.org/drawingml/2006/main" name="White">
  <a:themeElements>
    <a:clrScheme name="Project_Dashboards">
      <a:dk1>
        <a:srgbClr val="141A3C"/>
      </a:dk1>
      <a:lt1>
        <a:srgbClr val="FAF7FB"/>
      </a:lt1>
      <a:dk2>
        <a:srgbClr val="5D6168"/>
      </a:dk2>
      <a:lt2>
        <a:srgbClr val="8D9097"/>
      </a:lt2>
      <a:accent1>
        <a:srgbClr val="4EADEB"/>
      </a:accent1>
      <a:accent2>
        <a:srgbClr val="3F86CB"/>
      </a:accent2>
      <a:accent3>
        <a:srgbClr val="2B5B9A"/>
      </a:accent3>
      <a:accent4>
        <a:srgbClr val="28356B"/>
      </a:accent4>
      <a:accent5>
        <a:srgbClr val="E6E4ED"/>
      </a:accent5>
      <a:accent6>
        <a:srgbClr val="2D5B9A"/>
      </a:accent6>
      <a:hlink>
        <a:srgbClr val="3F87CC"/>
      </a:hlink>
      <a:folHlink>
        <a:srgbClr val="4EADEB"/>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EFFFE"/>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252625"/>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252625"/>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1075</TotalTime>
  <Words>1337</Words>
  <Application>Microsoft Office PowerPoint</Application>
  <PresentationFormat>Widescreen</PresentationFormat>
  <Paragraphs>196</Paragraphs>
  <Slides>15</Slides>
  <Notes>2</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15</vt:i4>
      </vt:variant>
    </vt:vector>
  </HeadingPairs>
  <TitlesOfParts>
    <vt:vector size="33" baseType="lpstr">
      <vt:lpstr>Aptos</vt:lpstr>
      <vt:lpstr>Arial</vt:lpstr>
      <vt:lpstr>Avenir Next LT Pro</vt:lpstr>
      <vt:lpstr>Avenir Next LT Pro (Body)</vt:lpstr>
      <vt:lpstr>AvenirNext LT Pro Medium</vt:lpstr>
      <vt:lpstr>Century Gothic</vt:lpstr>
      <vt:lpstr>Footlight MT Light</vt:lpstr>
      <vt:lpstr>Footlight MT Light </vt:lpstr>
      <vt:lpstr>Helvetica</vt:lpstr>
      <vt:lpstr>Helvetica Neue</vt:lpstr>
      <vt:lpstr>Helvetica Neue Light</vt:lpstr>
      <vt:lpstr>Helvetica Neue Medium</vt:lpstr>
      <vt:lpstr>OpenSans-Bold</vt:lpstr>
      <vt:lpstr>Segoe UI</vt:lpstr>
      <vt:lpstr>Ubuntu</vt:lpstr>
      <vt:lpstr>Ubuntu Light</vt:lpstr>
      <vt:lpstr>ArchVTI</vt:lpstr>
      <vt:lpstr>White</vt:lpstr>
      <vt:lpstr> Team Members:   FAVOUR UKAEGBU – 8928897 SANDRA OKOYE - 8730251 HET, MODI - 8911357 VRISHIN, PATEL- 8865131 ASHISH MANU, MANI – 8930100 ASHIYANA MUSTAK, PATEL – 8638163 </vt:lpstr>
      <vt:lpstr>Table of Content</vt:lpstr>
      <vt:lpstr>Introduction to Evo-Konnect Mobile Wallet Integration</vt:lpstr>
      <vt:lpstr>Executive Summary</vt:lpstr>
      <vt:lpstr>Problem Statement </vt:lpstr>
      <vt:lpstr>Project Charter</vt:lpstr>
      <vt:lpstr>PowerPoint Presentation</vt:lpstr>
      <vt:lpstr>PowerPoint Presentation</vt:lpstr>
      <vt:lpstr>PESTLE ANALYSIS</vt:lpstr>
      <vt:lpstr>PowerPoint Presentation</vt:lpstr>
      <vt:lpstr>Gap Analysis Table</vt:lpstr>
      <vt:lpstr>Benefits of the Wallet to the Customers (Why ?)</vt:lpstr>
      <vt:lpstr>Evo-Konnect Mobile Wallet Integration Potential Opportunities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Favour Ukaegbu</dc:creator>
  <cp:lastModifiedBy>Favour Ukaegbu</cp:lastModifiedBy>
  <cp:revision>16</cp:revision>
  <dcterms:created xsi:type="dcterms:W3CDTF">2024-10-02T17:41:24Z</dcterms:created>
  <dcterms:modified xsi:type="dcterms:W3CDTF">2024-10-04T01:01:52Z</dcterms:modified>
</cp:coreProperties>
</file>