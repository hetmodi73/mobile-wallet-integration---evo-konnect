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sldIdLst>
    <p:sldId id="258" r:id="rId3"/>
  </p:sldIdLst>
  <p:sldSz cx="43891200" cy="21945600"/>
  <p:notesSz cx="6858000" cy="9144000"/>
  <p:defaultTextStyle>
    <a:defPPr>
      <a:defRPr lang="en-US"/>
    </a:defPPr>
    <a:lvl1pPr marL="0" algn="l" defTabSz="3761915" rtl="0" eaLnBrk="1" latinLnBrk="0" hangingPunct="1">
      <a:defRPr sz="7400" kern="1200">
        <a:solidFill>
          <a:schemeClr val="tx1"/>
        </a:solidFill>
        <a:latin typeface="+mn-lt"/>
        <a:ea typeface="+mn-ea"/>
        <a:cs typeface="+mn-cs"/>
      </a:defRPr>
    </a:lvl1pPr>
    <a:lvl2pPr marL="1880958" algn="l" defTabSz="3761915" rtl="0" eaLnBrk="1" latinLnBrk="0" hangingPunct="1">
      <a:defRPr sz="7400" kern="1200">
        <a:solidFill>
          <a:schemeClr val="tx1"/>
        </a:solidFill>
        <a:latin typeface="+mn-lt"/>
        <a:ea typeface="+mn-ea"/>
        <a:cs typeface="+mn-cs"/>
      </a:defRPr>
    </a:lvl2pPr>
    <a:lvl3pPr marL="3761915" algn="l" defTabSz="3761915" rtl="0" eaLnBrk="1" latinLnBrk="0" hangingPunct="1">
      <a:defRPr sz="7400" kern="1200">
        <a:solidFill>
          <a:schemeClr val="tx1"/>
        </a:solidFill>
        <a:latin typeface="+mn-lt"/>
        <a:ea typeface="+mn-ea"/>
        <a:cs typeface="+mn-cs"/>
      </a:defRPr>
    </a:lvl3pPr>
    <a:lvl4pPr marL="5642873" algn="l" defTabSz="3761915" rtl="0" eaLnBrk="1" latinLnBrk="0" hangingPunct="1">
      <a:defRPr sz="7400" kern="1200">
        <a:solidFill>
          <a:schemeClr val="tx1"/>
        </a:solidFill>
        <a:latin typeface="+mn-lt"/>
        <a:ea typeface="+mn-ea"/>
        <a:cs typeface="+mn-cs"/>
      </a:defRPr>
    </a:lvl4pPr>
    <a:lvl5pPr marL="7523829" algn="l" defTabSz="3761915" rtl="0" eaLnBrk="1" latinLnBrk="0" hangingPunct="1">
      <a:defRPr sz="7400" kern="1200">
        <a:solidFill>
          <a:schemeClr val="tx1"/>
        </a:solidFill>
        <a:latin typeface="+mn-lt"/>
        <a:ea typeface="+mn-ea"/>
        <a:cs typeface="+mn-cs"/>
      </a:defRPr>
    </a:lvl5pPr>
    <a:lvl6pPr marL="9404787" algn="l" defTabSz="3761915" rtl="0" eaLnBrk="1" latinLnBrk="0" hangingPunct="1">
      <a:defRPr sz="7400" kern="1200">
        <a:solidFill>
          <a:schemeClr val="tx1"/>
        </a:solidFill>
        <a:latin typeface="+mn-lt"/>
        <a:ea typeface="+mn-ea"/>
        <a:cs typeface="+mn-cs"/>
      </a:defRPr>
    </a:lvl6pPr>
    <a:lvl7pPr marL="11285745" algn="l" defTabSz="3761915" rtl="0" eaLnBrk="1" latinLnBrk="0" hangingPunct="1">
      <a:defRPr sz="7400" kern="1200">
        <a:solidFill>
          <a:schemeClr val="tx1"/>
        </a:solidFill>
        <a:latin typeface="+mn-lt"/>
        <a:ea typeface="+mn-ea"/>
        <a:cs typeface="+mn-cs"/>
      </a:defRPr>
    </a:lvl7pPr>
    <a:lvl8pPr marL="13166702" algn="l" defTabSz="3761915" rtl="0" eaLnBrk="1" latinLnBrk="0" hangingPunct="1">
      <a:defRPr sz="7400" kern="1200">
        <a:solidFill>
          <a:schemeClr val="tx1"/>
        </a:solidFill>
        <a:latin typeface="+mn-lt"/>
        <a:ea typeface="+mn-ea"/>
        <a:cs typeface="+mn-cs"/>
      </a:defRPr>
    </a:lvl8pPr>
    <a:lvl9pPr marL="15047660" algn="l" defTabSz="3761915" rtl="0" eaLnBrk="1" latinLnBrk="0" hangingPunct="1">
      <a:defRPr sz="7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3" userDrawn="1">
          <p15:clr>
            <a:srgbClr val="A4A3A4"/>
          </p15:clr>
        </p15:guide>
        <p15:guide id="2" orient="horz" pos="40" userDrawn="1">
          <p15:clr>
            <a:srgbClr val="A4A3A4"/>
          </p15:clr>
        </p15:guide>
        <p15:guide id="3" pos="27370" userDrawn="1">
          <p15:clr>
            <a:srgbClr val="A4A3A4"/>
          </p15:clr>
        </p15:guide>
        <p15:guide id="4" pos="2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75" autoAdjust="0"/>
  </p:normalViewPr>
  <p:slideViewPr>
    <p:cSldViewPr snapToGrid="0" snapToObjects="1" showGuides="1">
      <p:cViewPr>
        <p:scale>
          <a:sx n="24" d="100"/>
          <a:sy n="24" d="100"/>
        </p:scale>
        <p:origin x="-216" y="-572"/>
      </p:cViewPr>
      <p:guideLst>
        <p:guide orient="horz" pos="13823"/>
        <p:guide orient="horz" pos="40"/>
        <p:guide pos="27370"/>
        <p:guide pos="29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mn-lt"/>
                <a:ea typeface="+mn-ea"/>
                <a:cs typeface="+mn-cs"/>
              </a:defRPr>
            </a:pPr>
            <a:r>
              <a:rPr lang="en-CA" sz="2800" b="1" i="0" u="none" strike="noStrike" baseline="0"/>
              <a:t>User Adoption Rate Over Time</a:t>
            </a:r>
            <a:endParaRPr lang="en-CA" sz="2800" b="1"/>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Sheet1!$C$1</c:f>
              <c:strCache>
                <c:ptCount val="1"/>
                <c:pt idx="0">
                  <c:v>Weeks</c:v>
                </c:pt>
              </c:strCache>
            </c:strRef>
          </c:tx>
          <c:spPr>
            <a:ln w="28575" cap="rnd">
              <a:solidFill>
                <a:schemeClr val="accent1"/>
              </a:solidFill>
              <a:round/>
            </a:ln>
            <a:effectLst/>
          </c:spPr>
          <c:marker>
            <c:symbol val="none"/>
          </c:marker>
          <c:val>
            <c:numRef>
              <c:f>Sheet1!$C$2:$C$13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val>
          <c:smooth val="0"/>
          <c:extLst>
            <c:ext xmlns:c16="http://schemas.microsoft.com/office/drawing/2014/chart" uri="{C3380CC4-5D6E-409C-BE32-E72D297353CC}">
              <c16:uniqueId val="{00000000-DDCC-4C1E-8A67-5BCBED3BCA08}"/>
            </c:ext>
          </c:extLst>
        </c:ser>
        <c:ser>
          <c:idx val="1"/>
          <c:order val="1"/>
          <c:tx>
            <c:strRef>
              <c:f>Sheet1!$D$1</c:f>
              <c:strCache>
                <c:ptCount val="1"/>
                <c:pt idx="0">
                  <c:v>Number of Users</c:v>
                </c:pt>
              </c:strCache>
            </c:strRef>
          </c:tx>
          <c:spPr>
            <a:ln w="28575" cap="rnd">
              <a:solidFill>
                <a:schemeClr val="accent2"/>
              </a:solidFill>
              <a:round/>
            </a:ln>
            <a:effectLst/>
          </c:spPr>
          <c:marker>
            <c:symbol val="none"/>
          </c:marker>
          <c:val>
            <c:numRef>
              <c:f>Sheet1!$D$2:$D$13</c:f>
              <c:numCache>
                <c:formatCode>General</c:formatCode>
                <c:ptCount val="12"/>
                <c:pt idx="0">
                  <c:v>500</c:v>
                </c:pt>
                <c:pt idx="1">
                  <c:v>800</c:v>
                </c:pt>
                <c:pt idx="2">
                  <c:v>1200</c:v>
                </c:pt>
                <c:pt idx="3">
                  <c:v>1500</c:v>
                </c:pt>
                <c:pt idx="4">
                  <c:v>1800</c:v>
                </c:pt>
                <c:pt idx="5">
                  <c:v>2200</c:v>
                </c:pt>
                <c:pt idx="6">
                  <c:v>2700</c:v>
                </c:pt>
                <c:pt idx="7">
                  <c:v>3200</c:v>
                </c:pt>
                <c:pt idx="8">
                  <c:v>3700</c:v>
                </c:pt>
                <c:pt idx="9">
                  <c:v>4200</c:v>
                </c:pt>
                <c:pt idx="10">
                  <c:v>4800</c:v>
                </c:pt>
                <c:pt idx="11">
                  <c:v>5500</c:v>
                </c:pt>
              </c:numCache>
            </c:numRef>
          </c:val>
          <c:smooth val="0"/>
          <c:extLst>
            <c:ext xmlns:c16="http://schemas.microsoft.com/office/drawing/2014/chart" uri="{C3380CC4-5D6E-409C-BE32-E72D297353CC}">
              <c16:uniqueId val="{00000001-DDCC-4C1E-8A67-5BCBED3BCA08}"/>
            </c:ext>
          </c:extLst>
        </c:ser>
        <c:dLbls>
          <c:showLegendKey val="0"/>
          <c:showVal val="0"/>
          <c:showCatName val="0"/>
          <c:showSerName val="0"/>
          <c:showPercent val="0"/>
          <c:showBubbleSize val="0"/>
        </c:dLbls>
        <c:smooth val="0"/>
        <c:axId val="1298705232"/>
        <c:axId val="1298713872"/>
      </c:lineChart>
      <c:catAx>
        <c:axId val="129870523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1" i="0" u="none" strike="noStrike" kern="1200" baseline="0">
                <a:solidFill>
                  <a:schemeClr val="tx1">
                    <a:lumMod val="65000"/>
                    <a:lumOff val="35000"/>
                  </a:schemeClr>
                </a:solidFill>
                <a:latin typeface="+mn-lt"/>
                <a:ea typeface="+mn-ea"/>
                <a:cs typeface="+mn-cs"/>
              </a:defRPr>
            </a:pPr>
            <a:endParaRPr lang="en-US"/>
          </a:p>
        </c:txPr>
        <c:crossAx val="1298713872"/>
        <c:crosses val="autoZero"/>
        <c:auto val="1"/>
        <c:lblAlgn val="ctr"/>
        <c:lblOffset val="100"/>
        <c:noMultiLvlLbl val="0"/>
      </c:catAx>
      <c:valAx>
        <c:axId val="1298713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298705232"/>
        <c:crosses val="autoZero"/>
        <c:crossBetween val="between"/>
      </c:valAx>
      <c:spPr>
        <a:noFill/>
        <a:ln>
          <a:noFill/>
        </a:ln>
        <a:effectLst/>
      </c:spPr>
    </c:plotArea>
    <c:legend>
      <c:legendPos val="b"/>
      <c:layout>
        <c:manualLayout>
          <c:xMode val="edge"/>
          <c:yMode val="edge"/>
          <c:x val="0.53292712098082451"/>
          <c:y val="0.70442902369607618"/>
          <c:w val="0.40515584569603691"/>
          <c:h val="7.0161941877358566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997A5E-047C-481C-97C5-294EB5DF23C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0C59F28-BA02-4296-8E1F-F18937F42127}">
      <dgm:prSet custT="1"/>
      <dgm:spPr/>
      <dgm:t>
        <a:bodyPr/>
        <a:lstStyle/>
        <a:p>
          <a:pPr>
            <a:lnSpc>
              <a:spcPct val="100000"/>
            </a:lnSpc>
          </a:pPr>
          <a:r>
            <a:rPr lang="en-GB" sz="3200" dirty="0"/>
            <a:t>Implement a secure and Feature rich Mobile wallet</a:t>
          </a:r>
          <a:r>
            <a:rPr lang="en-GB" sz="2200" dirty="0"/>
            <a:t>.</a:t>
          </a:r>
          <a:endParaRPr lang="en-US" sz="2200" dirty="0"/>
        </a:p>
      </dgm:t>
    </dgm:pt>
    <dgm:pt modelId="{F0688120-6800-49E1-B5C3-6B9630C6E70C}" type="parTrans" cxnId="{ACE71FA1-6E1B-470C-A4B5-D146DFE3EE1A}">
      <dgm:prSet/>
      <dgm:spPr/>
      <dgm:t>
        <a:bodyPr/>
        <a:lstStyle/>
        <a:p>
          <a:endParaRPr lang="en-US"/>
        </a:p>
      </dgm:t>
    </dgm:pt>
    <dgm:pt modelId="{11399EA8-2CF9-45BE-BDD1-B9855804B963}" type="sibTrans" cxnId="{ACE71FA1-6E1B-470C-A4B5-D146DFE3EE1A}">
      <dgm:prSet/>
      <dgm:spPr/>
      <dgm:t>
        <a:bodyPr/>
        <a:lstStyle/>
        <a:p>
          <a:endParaRPr lang="en-US"/>
        </a:p>
      </dgm:t>
    </dgm:pt>
    <dgm:pt modelId="{B1293613-44D6-4596-A094-4C9D3E64B72D}">
      <dgm:prSet custT="1"/>
      <dgm:spPr/>
      <dgm:t>
        <a:bodyPr/>
        <a:lstStyle/>
        <a:p>
          <a:pPr>
            <a:lnSpc>
              <a:spcPct val="100000"/>
            </a:lnSpc>
          </a:pPr>
          <a:r>
            <a:rPr lang="en-GB" sz="3200" dirty="0"/>
            <a:t>Enhance Customer retention with loyalty programs.</a:t>
          </a:r>
          <a:endParaRPr lang="en-US" sz="3200" dirty="0"/>
        </a:p>
      </dgm:t>
    </dgm:pt>
    <dgm:pt modelId="{00EAFE5A-9BD2-45C3-A532-260CC6DFE700}" type="parTrans" cxnId="{1C40CBE4-02C8-44C0-9AF3-4D30BDA9A5F3}">
      <dgm:prSet/>
      <dgm:spPr/>
      <dgm:t>
        <a:bodyPr/>
        <a:lstStyle/>
        <a:p>
          <a:endParaRPr lang="en-US"/>
        </a:p>
      </dgm:t>
    </dgm:pt>
    <dgm:pt modelId="{1CEDE3F9-7B6B-45F3-AF20-2FD67A50B01B}" type="sibTrans" cxnId="{1C40CBE4-02C8-44C0-9AF3-4D30BDA9A5F3}">
      <dgm:prSet/>
      <dgm:spPr/>
      <dgm:t>
        <a:bodyPr/>
        <a:lstStyle/>
        <a:p>
          <a:endParaRPr lang="en-US"/>
        </a:p>
      </dgm:t>
    </dgm:pt>
    <dgm:pt modelId="{12747F8D-6CB4-4EBF-8E56-CF240CEF2018}">
      <dgm:prSet custT="1"/>
      <dgm:spPr/>
      <dgm:t>
        <a:bodyPr/>
        <a:lstStyle/>
        <a:p>
          <a:pPr>
            <a:lnSpc>
              <a:spcPct val="100000"/>
            </a:lnSpc>
          </a:pPr>
          <a:r>
            <a:rPr lang="en-GB" sz="3200" dirty="0"/>
            <a:t>Continuously gather feedback to improve features. </a:t>
          </a:r>
          <a:endParaRPr lang="en-US" sz="3200" dirty="0"/>
        </a:p>
      </dgm:t>
    </dgm:pt>
    <dgm:pt modelId="{4FEE4A7C-AA94-481E-826E-D53CFF75DF74}" type="parTrans" cxnId="{0A091FF6-8D8A-49EA-8FC0-6B0143BC1B10}">
      <dgm:prSet/>
      <dgm:spPr/>
      <dgm:t>
        <a:bodyPr/>
        <a:lstStyle/>
        <a:p>
          <a:endParaRPr lang="en-US"/>
        </a:p>
      </dgm:t>
    </dgm:pt>
    <dgm:pt modelId="{6E9A190F-4396-4B2B-8840-168861F14801}" type="sibTrans" cxnId="{0A091FF6-8D8A-49EA-8FC0-6B0143BC1B10}">
      <dgm:prSet/>
      <dgm:spPr/>
      <dgm:t>
        <a:bodyPr/>
        <a:lstStyle/>
        <a:p>
          <a:endParaRPr lang="en-US"/>
        </a:p>
      </dgm:t>
    </dgm:pt>
    <dgm:pt modelId="{3E34932F-62EE-41B6-96BC-80CA6FD2215D}">
      <dgm:prSet custT="1"/>
      <dgm:spPr/>
      <dgm:t>
        <a:bodyPr/>
        <a:lstStyle/>
        <a:p>
          <a:pPr>
            <a:lnSpc>
              <a:spcPct val="100000"/>
            </a:lnSpc>
          </a:pPr>
          <a:r>
            <a:rPr lang="en-GB" sz="3200" dirty="0"/>
            <a:t>Educate customers about wallet features and benefits.</a:t>
          </a:r>
          <a:endParaRPr lang="en-US" sz="3200" dirty="0"/>
        </a:p>
      </dgm:t>
    </dgm:pt>
    <dgm:pt modelId="{A94328BC-41D1-40A7-BDA8-0785272ADD7F}" type="parTrans" cxnId="{47DA953E-6EDB-4F53-BF80-B31ED3E66B2E}">
      <dgm:prSet/>
      <dgm:spPr/>
      <dgm:t>
        <a:bodyPr/>
        <a:lstStyle/>
        <a:p>
          <a:endParaRPr lang="en-US"/>
        </a:p>
      </dgm:t>
    </dgm:pt>
    <dgm:pt modelId="{C8EE2870-CBB2-4022-B704-4F4893F993A4}" type="sibTrans" cxnId="{47DA953E-6EDB-4F53-BF80-B31ED3E66B2E}">
      <dgm:prSet/>
      <dgm:spPr/>
      <dgm:t>
        <a:bodyPr/>
        <a:lstStyle/>
        <a:p>
          <a:endParaRPr lang="en-US"/>
        </a:p>
      </dgm:t>
    </dgm:pt>
    <dgm:pt modelId="{3FDD4660-6C35-42EF-8D72-4E4A428661BB}" type="pres">
      <dgm:prSet presAssocID="{31997A5E-047C-481C-97C5-294EB5DF23C0}" presName="root" presStyleCnt="0">
        <dgm:presLayoutVars>
          <dgm:dir/>
          <dgm:resizeHandles val="exact"/>
        </dgm:presLayoutVars>
      </dgm:prSet>
      <dgm:spPr/>
    </dgm:pt>
    <dgm:pt modelId="{3CDCBD23-2614-4751-A43A-D09F81E3DEF4}" type="pres">
      <dgm:prSet presAssocID="{A0C59F28-BA02-4296-8E1F-F18937F42127}" presName="compNode" presStyleCnt="0"/>
      <dgm:spPr/>
    </dgm:pt>
    <dgm:pt modelId="{C52EE278-9429-4A67-A009-50CEF20FF7A0}" type="pres">
      <dgm:prSet presAssocID="{A0C59F28-BA02-4296-8E1F-F18937F42127}" presName="bgRect" presStyleLbl="bgShp" presStyleIdx="0" presStyleCnt="4"/>
      <dgm:spPr/>
    </dgm:pt>
    <dgm:pt modelId="{F0B9365C-3E59-43C6-9056-0393D961E3B0}" type="pres">
      <dgm:prSet presAssocID="{A0C59F28-BA02-4296-8E1F-F18937F4212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aptop Secure"/>
        </a:ext>
      </dgm:extLst>
    </dgm:pt>
    <dgm:pt modelId="{660D1E6E-9F8B-4521-9601-BBDCF847E6FF}" type="pres">
      <dgm:prSet presAssocID="{A0C59F28-BA02-4296-8E1F-F18937F42127}" presName="spaceRect" presStyleCnt="0"/>
      <dgm:spPr/>
    </dgm:pt>
    <dgm:pt modelId="{EAE0876B-2DCB-4AD2-B78E-A99840164E71}" type="pres">
      <dgm:prSet presAssocID="{A0C59F28-BA02-4296-8E1F-F18937F42127}" presName="parTx" presStyleLbl="revTx" presStyleIdx="0" presStyleCnt="4">
        <dgm:presLayoutVars>
          <dgm:chMax val="0"/>
          <dgm:chPref val="0"/>
        </dgm:presLayoutVars>
      </dgm:prSet>
      <dgm:spPr/>
    </dgm:pt>
    <dgm:pt modelId="{E706B6FE-E9FE-4CF3-BAE9-4480E5116893}" type="pres">
      <dgm:prSet presAssocID="{11399EA8-2CF9-45BE-BDD1-B9855804B963}" presName="sibTrans" presStyleCnt="0"/>
      <dgm:spPr/>
    </dgm:pt>
    <dgm:pt modelId="{EE271E87-7640-41A9-B54B-E8CA99F8F63E}" type="pres">
      <dgm:prSet presAssocID="{B1293613-44D6-4596-A094-4C9D3E64B72D}" presName="compNode" presStyleCnt="0"/>
      <dgm:spPr/>
    </dgm:pt>
    <dgm:pt modelId="{EAB2A489-2E3A-4AFF-BDCA-19522C13A006}" type="pres">
      <dgm:prSet presAssocID="{B1293613-44D6-4596-A094-4C9D3E64B72D}" presName="bgRect" presStyleLbl="bgShp" presStyleIdx="1" presStyleCnt="4"/>
      <dgm:spPr/>
    </dgm:pt>
    <dgm:pt modelId="{017064F2-888F-4202-B371-57EED841DB65}" type="pres">
      <dgm:prSet presAssocID="{B1293613-44D6-4596-A094-4C9D3E64B72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nboarding"/>
        </a:ext>
      </dgm:extLst>
    </dgm:pt>
    <dgm:pt modelId="{1DA196A2-3280-4F94-8ED9-4D6034D0F912}" type="pres">
      <dgm:prSet presAssocID="{B1293613-44D6-4596-A094-4C9D3E64B72D}" presName="spaceRect" presStyleCnt="0"/>
      <dgm:spPr/>
    </dgm:pt>
    <dgm:pt modelId="{9027C1CD-F519-4FC1-B50E-61BD5BA85D74}" type="pres">
      <dgm:prSet presAssocID="{B1293613-44D6-4596-A094-4C9D3E64B72D}" presName="parTx" presStyleLbl="revTx" presStyleIdx="1" presStyleCnt="4">
        <dgm:presLayoutVars>
          <dgm:chMax val="0"/>
          <dgm:chPref val="0"/>
        </dgm:presLayoutVars>
      </dgm:prSet>
      <dgm:spPr/>
    </dgm:pt>
    <dgm:pt modelId="{B87FA77B-2B26-4F86-A5C1-7CCAA17381A8}" type="pres">
      <dgm:prSet presAssocID="{1CEDE3F9-7B6B-45F3-AF20-2FD67A50B01B}" presName="sibTrans" presStyleCnt="0"/>
      <dgm:spPr/>
    </dgm:pt>
    <dgm:pt modelId="{97921090-CDEA-4043-A1A3-7E0AFC13DF47}" type="pres">
      <dgm:prSet presAssocID="{12747F8D-6CB4-4EBF-8E56-CF240CEF2018}" presName="compNode" presStyleCnt="0"/>
      <dgm:spPr/>
    </dgm:pt>
    <dgm:pt modelId="{F9BE765F-BD25-4A1A-BB74-B4B580A41A63}" type="pres">
      <dgm:prSet presAssocID="{12747F8D-6CB4-4EBF-8E56-CF240CEF2018}" presName="bgRect" presStyleLbl="bgShp" presStyleIdx="2" presStyleCnt="4"/>
      <dgm:spPr/>
    </dgm:pt>
    <dgm:pt modelId="{575D3497-9495-41ED-910E-9EF679ADB58A}" type="pres">
      <dgm:prSet presAssocID="{12747F8D-6CB4-4EBF-8E56-CF240CEF201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cklog"/>
        </a:ext>
      </dgm:extLst>
    </dgm:pt>
    <dgm:pt modelId="{AD3E6ED2-B877-4AD7-862E-FCDCF4FBF6D1}" type="pres">
      <dgm:prSet presAssocID="{12747F8D-6CB4-4EBF-8E56-CF240CEF2018}" presName="spaceRect" presStyleCnt="0"/>
      <dgm:spPr/>
    </dgm:pt>
    <dgm:pt modelId="{4794A1E0-83C9-4A90-8ECD-F4FF94E6DCBD}" type="pres">
      <dgm:prSet presAssocID="{12747F8D-6CB4-4EBF-8E56-CF240CEF2018}" presName="parTx" presStyleLbl="revTx" presStyleIdx="2" presStyleCnt="4">
        <dgm:presLayoutVars>
          <dgm:chMax val="0"/>
          <dgm:chPref val="0"/>
        </dgm:presLayoutVars>
      </dgm:prSet>
      <dgm:spPr/>
    </dgm:pt>
    <dgm:pt modelId="{04157A18-3DD4-49BF-8699-100E6728B1BB}" type="pres">
      <dgm:prSet presAssocID="{6E9A190F-4396-4B2B-8840-168861F14801}" presName="sibTrans" presStyleCnt="0"/>
      <dgm:spPr/>
    </dgm:pt>
    <dgm:pt modelId="{F77BADFD-8386-4418-AF4D-34E700CD7F50}" type="pres">
      <dgm:prSet presAssocID="{3E34932F-62EE-41B6-96BC-80CA6FD2215D}" presName="compNode" presStyleCnt="0"/>
      <dgm:spPr/>
    </dgm:pt>
    <dgm:pt modelId="{0736F80F-AE50-4769-A339-60BFC2E57222}" type="pres">
      <dgm:prSet presAssocID="{3E34932F-62EE-41B6-96BC-80CA6FD2215D}" presName="bgRect" presStyleLbl="bgShp" presStyleIdx="3" presStyleCnt="4"/>
      <dgm:spPr/>
    </dgm:pt>
    <dgm:pt modelId="{6CA6272F-6260-499E-9A9D-FF20BD4AA4F2}" type="pres">
      <dgm:prSet presAssocID="{3E34932F-62EE-41B6-96BC-80CA6FD2215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RM Customer Insights App"/>
        </a:ext>
      </dgm:extLst>
    </dgm:pt>
    <dgm:pt modelId="{23BB1EAD-81AA-4090-894F-3ABD90540120}" type="pres">
      <dgm:prSet presAssocID="{3E34932F-62EE-41B6-96BC-80CA6FD2215D}" presName="spaceRect" presStyleCnt="0"/>
      <dgm:spPr/>
    </dgm:pt>
    <dgm:pt modelId="{8230CB44-8888-410A-BF08-A7BA176384BD}" type="pres">
      <dgm:prSet presAssocID="{3E34932F-62EE-41B6-96BC-80CA6FD2215D}" presName="parTx" presStyleLbl="revTx" presStyleIdx="3" presStyleCnt="4" custScaleX="106126">
        <dgm:presLayoutVars>
          <dgm:chMax val="0"/>
          <dgm:chPref val="0"/>
        </dgm:presLayoutVars>
      </dgm:prSet>
      <dgm:spPr/>
    </dgm:pt>
  </dgm:ptLst>
  <dgm:cxnLst>
    <dgm:cxn modelId="{84D10F08-EE5E-4F73-89EF-7C7EDE278249}" type="presOf" srcId="{3E34932F-62EE-41B6-96BC-80CA6FD2215D}" destId="{8230CB44-8888-410A-BF08-A7BA176384BD}" srcOrd="0" destOrd="0" presId="urn:microsoft.com/office/officeart/2018/2/layout/IconVerticalSolidList"/>
    <dgm:cxn modelId="{47DA953E-6EDB-4F53-BF80-B31ED3E66B2E}" srcId="{31997A5E-047C-481C-97C5-294EB5DF23C0}" destId="{3E34932F-62EE-41B6-96BC-80CA6FD2215D}" srcOrd="3" destOrd="0" parTransId="{A94328BC-41D1-40A7-BDA8-0785272ADD7F}" sibTransId="{C8EE2870-CBB2-4022-B704-4F4893F993A4}"/>
    <dgm:cxn modelId="{66D6776F-C6C2-4481-AABA-40002B8E0AAA}" type="presOf" srcId="{31997A5E-047C-481C-97C5-294EB5DF23C0}" destId="{3FDD4660-6C35-42EF-8D72-4E4A428661BB}" srcOrd="0" destOrd="0" presId="urn:microsoft.com/office/officeart/2018/2/layout/IconVerticalSolidList"/>
    <dgm:cxn modelId="{62921654-F98C-4B94-9541-99A382192A85}" type="presOf" srcId="{B1293613-44D6-4596-A094-4C9D3E64B72D}" destId="{9027C1CD-F519-4FC1-B50E-61BD5BA85D74}" srcOrd="0" destOrd="0" presId="urn:microsoft.com/office/officeart/2018/2/layout/IconVerticalSolidList"/>
    <dgm:cxn modelId="{74D10D85-8DEF-40A5-A754-B7794669FFDA}" type="presOf" srcId="{12747F8D-6CB4-4EBF-8E56-CF240CEF2018}" destId="{4794A1E0-83C9-4A90-8ECD-F4FF94E6DCBD}" srcOrd="0" destOrd="0" presId="urn:microsoft.com/office/officeart/2018/2/layout/IconVerticalSolidList"/>
    <dgm:cxn modelId="{5B34EF8D-3FCE-4991-BDB0-7FD4927130A5}" type="presOf" srcId="{A0C59F28-BA02-4296-8E1F-F18937F42127}" destId="{EAE0876B-2DCB-4AD2-B78E-A99840164E71}" srcOrd="0" destOrd="0" presId="urn:microsoft.com/office/officeart/2018/2/layout/IconVerticalSolidList"/>
    <dgm:cxn modelId="{ACE71FA1-6E1B-470C-A4B5-D146DFE3EE1A}" srcId="{31997A5E-047C-481C-97C5-294EB5DF23C0}" destId="{A0C59F28-BA02-4296-8E1F-F18937F42127}" srcOrd="0" destOrd="0" parTransId="{F0688120-6800-49E1-B5C3-6B9630C6E70C}" sibTransId="{11399EA8-2CF9-45BE-BDD1-B9855804B963}"/>
    <dgm:cxn modelId="{1C40CBE4-02C8-44C0-9AF3-4D30BDA9A5F3}" srcId="{31997A5E-047C-481C-97C5-294EB5DF23C0}" destId="{B1293613-44D6-4596-A094-4C9D3E64B72D}" srcOrd="1" destOrd="0" parTransId="{00EAFE5A-9BD2-45C3-A532-260CC6DFE700}" sibTransId="{1CEDE3F9-7B6B-45F3-AF20-2FD67A50B01B}"/>
    <dgm:cxn modelId="{0A091FF6-8D8A-49EA-8FC0-6B0143BC1B10}" srcId="{31997A5E-047C-481C-97C5-294EB5DF23C0}" destId="{12747F8D-6CB4-4EBF-8E56-CF240CEF2018}" srcOrd="2" destOrd="0" parTransId="{4FEE4A7C-AA94-481E-826E-D53CFF75DF74}" sibTransId="{6E9A190F-4396-4B2B-8840-168861F14801}"/>
    <dgm:cxn modelId="{2D2174D8-DC90-4391-BCFF-C9026AD3D81F}" type="presParOf" srcId="{3FDD4660-6C35-42EF-8D72-4E4A428661BB}" destId="{3CDCBD23-2614-4751-A43A-D09F81E3DEF4}" srcOrd="0" destOrd="0" presId="urn:microsoft.com/office/officeart/2018/2/layout/IconVerticalSolidList"/>
    <dgm:cxn modelId="{95FEC8E4-26BA-422E-B73C-14D7E69A4A43}" type="presParOf" srcId="{3CDCBD23-2614-4751-A43A-D09F81E3DEF4}" destId="{C52EE278-9429-4A67-A009-50CEF20FF7A0}" srcOrd="0" destOrd="0" presId="urn:microsoft.com/office/officeart/2018/2/layout/IconVerticalSolidList"/>
    <dgm:cxn modelId="{A2C4496A-D76F-4075-823B-FACD0D8DFF03}" type="presParOf" srcId="{3CDCBD23-2614-4751-A43A-D09F81E3DEF4}" destId="{F0B9365C-3E59-43C6-9056-0393D961E3B0}" srcOrd="1" destOrd="0" presId="urn:microsoft.com/office/officeart/2018/2/layout/IconVerticalSolidList"/>
    <dgm:cxn modelId="{1D740E48-9283-42F9-9231-99F33413D722}" type="presParOf" srcId="{3CDCBD23-2614-4751-A43A-D09F81E3DEF4}" destId="{660D1E6E-9F8B-4521-9601-BBDCF847E6FF}" srcOrd="2" destOrd="0" presId="urn:microsoft.com/office/officeart/2018/2/layout/IconVerticalSolidList"/>
    <dgm:cxn modelId="{E091D266-D6E2-4827-AF14-08E998CE11D6}" type="presParOf" srcId="{3CDCBD23-2614-4751-A43A-D09F81E3DEF4}" destId="{EAE0876B-2DCB-4AD2-B78E-A99840164E71}" srcOrd="3" destOrd="0" presId="urn:microsoft.com/office/officeart/2018/2/layout/IconVerticalSolidList"/>
    <dgm:cxn modelId="{17D1DF58-59B3-40C3-B231-3E63C26854FE}" type="presParOf" srcId="{3FDD4660-6C35-42EF-8D72-4E4A428661BB}" destId="{E706B6FE-E9FE-4CF3-BAE9-4480E5116893}" srcOrd="1" destOrd="0" presId="urn:microsoft.com/office/officeart/2018/2/layout/IconVerticalSolidList"/>
    <dgm:cxn modelId="{09B99C73-1344-416B-BA14-2B36F1F2D8AF}" type="presParOf" srcId="{3FDD4660-6C35-42EF-8D72-4E4A428661BB}" destId="{EE271E87-7640-41A9-B54B-E8CA99F8F63E}" srcOrd="2" destOrd="0" presId="urn:microsoft.com/office/officeart/2018/2/layout/IconVerticalSolidList"/>
    <dgm:cxn modelId="{E2DFF318-EF15-442A-B88A-A60C634F7C03}" type="presParOf" srcId="{EE271E87-7640-41A9-B54B-E8CA99F8F63E}" destId="{EAB2A489-2E3A-4AFF-BDCA-19522C13A006}" srcOrd="0" destOrd="0" presId="urn:microsoft.com/office/officeart/2018/2/layout/IconVerticalSolidList"/>
    <dgm:cxn modelId="{1469F9AA-6F51-4902-9BE7-76CA53C59785}" type="presParOf" srcId="{EE271E87-7640-41A9-B54B-E8CA99F8F63E}" destId="{017064F2-888F-4202-B371-57EED841DB65}" srcOrd="1" destOrd="0" presId="urn:microsoft.com/office/officeart/2018/2/layout/IconVerticalSolidList"/>
    <dgm:cxn modelId="{62E01B16-734B-4D07-86F9-1C6CB9308896}" type="presParOf" srcId="{EE271E87-7640-41A9-B54B-E8CA99F8F63E}" destId="{1DA196A2-3280-4F94-8ED9-4D6034D0F912}" srcOrd="2" destOrd="0" presId="urn:microsoft.com/office/officeart/2018/2/layout/IconVerticalSolidList"/>
    <dgm:cxn modelId="{951F607B-D499-4984-B087-021791F8126A}" type="presParOf" srcId="{EE271E87-7640-41A9-B54B-E8CA99F8F63E}" destId="{9027C1CD-F519-4FC1-B50E-61BD5BA85D74}" srcOrd="3" destOrd="0" presId="urn:microsoft.com/office/officeart/2018/2/layout/IconVerticalSolidList"/>
    <dgm:cxn modelId="{74C8DBE8-8AB4-4263-8CF5-4A008F5EEA2B}" type="presParOf" srcId="{3FDD4660-6C35-42EF-8D72-4E4A428661BB}" destId="{B87FA77B-2B26-4F86-A5C1-7CCAA17381A8}" srcOrd="3" destOrd="0" presId="urn:microsoft.com/office/officeart/2018/2/layout/IconVerticalSolidList"/>
    <dgm:cxn modelId="{4C04C9D3-964D-4DE7-BF36-D80564E091C7}" type="presParOf" srcId="{3FDD4660-6C35-42EF-8D72-4E4A428661BB}" destId="{97921090-CDEA-4043-A1A3-7E0AFC13DF47}" srcOrd="4" destOrd="0" presId="urn:microsoft.com/office/officeart/2018/2/layout/IconVerticalSolidList"/>
    <dgm:cxn modelId="{AC59C682-DB72-472E-B345-F2B96953B079}" type="presParOf" srcId="{97921090-CDEA-4043-A1A3-7E0AFC13DF47}" destId="{F9BE765F-BD25-4A1A-BB74-B4B580A41A63}" srcOrd="0" destOrd="0" presId="urn:microsoft.com/office/officeart/2018/2/layout/IconVerticalSolidList"/>
    <dgm:cxn modelId="{142B55BD-6626-489E-8612-8759F43050E4}" type="presParOf" srcId="{97921090-CDEA-4043-A1A3-7E0AFC13DF47}" destId="{575D3497-9495-41ED-910E-9EF679ADB58A}" srcOrd="1" destOrd="0" presId="urn:microsoft.com/office/officeart/2018/2/layout/IconVerticalSolidList"/>
    <dgm:cxn modelId="{3FF4D9C7-6CD0-42AB-B0C3-903F1ABC84A7}" type="presParOf" srcId="{97921090-CDEA-4043-A1A3-7E0AFC13DF47}" destId="{AD3E6ED2-B877-4AD7-862E-FCDCF4FBF6D1}" srcOrd="2" destOrd="0" presId="urn:microsoft.com/office/officeart/2018/2/layout/IconVerticalSolidList"/>
    <dgm:cxn modelId="{1A28A1DB-7E66-44F2-BCD8-BD9773E1EAEA}" type="presParOf" srcId="{97921090-CDEA-4043-A1A3-7E0AFC13DF47}" destId="{4794A1E0-83C9-4A90-8ECD-F4FF94E6DCBD}" srcOrd="3" destOrd="0" presId="urn:microsoft.com/office/officeart/2018/2/layout/IconVerticalSolidList"/>
    <dgm:cxn modelId="{9A07EB26-F1D0-4E0F-9D6B-66AB408F3C7A}" type="presParOf" srcId="{3FDD4660-6C35-42EF-8D72-4E4A428661BB}" destId="{04157A18-3DD4-49BF-8699-100E6728B1BB}" srcOrd="5" destOrd="0" presId="urn:microsoft.com/office/officeart/2018/2/layout/IconVerticalSolidList"/>
    <dgm:cxn modelId="{29E04696-1631-49FD-BF67-A020482FCBD0}" type="presParOf" srcId="{3FDD4660-6C35-42EF-8D72-4E4A428661BB}" destId="{F77BADFD-8386-4418-AF4D-34E700CD7F50}" srcOrd="6" destOrd="0" presId="urn:microsoft.com/office/officeart/2018/2/layout/IconVerticalSolidList"/>
    <dgm:cxn modelId="{3A620E18-0096-4776-A073-9424F2C6E48D}" type="presParOf" srcId="{F77BADFD-8386-4418-AF4D-34E700CD7F50}" destId="{0736F80F-AE50-4769-A339-60BFC2E57222}" srcOrd="0" destOrd="0" presId="urn:microsoft.com/office/officeart/2018/2/layout/IconVerticalSolidList"/>
    <dgm:cxn modelId="{8254109F-C148-49C8-BA93-16F3E511566A}" type="presParOf" srcId="{F77BADFD-8386-4418-AF4D-34E700CD7F50}" destId="{6CA6272F-6260-499E-9A9D-FF20BD4AA4F2}" srcOrd="1" destOrd="0" presId="urn:microsoft.com/office/officeart/2018/2/layout/IconVerticalSolidList"/>
    <dgm:cxn modelId="{A861DA50-DEE6-42A5-857F-AF8DB8B7904C}" type="presParOf" srcId="{F77BADFD-8386-4418-AF4D-34E700CD7F50}" destId="{23BB1EAD-81AA-4090-894F-3ABD90540120}" srcOrd="2" destOrd="0" presId="urn:microsoft.com/office/officeart/2018/2/layout/IconVerticalSolidList"/>
    <dgm:cxn modelId="{4FEE85FC-7339-4EDE-B974-886D9EEC1F38}" type="presParOf" srcId="{F77BADFD-8386-4418-AF4D-34E700CD7F50}" destId="{8230CB44-8888-410A-BF08-A7BA176384BD}" srcOrd="3" destOrd="0" presId="urn:microsoft.com/office/officeart/2018/2/layout/IconVerticalSolidList"/>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2EE278-9429-4A67-A009-50CEF20FF7A0}">
      <dsp:nvSpPr>
        <dsp:cNvPr id="0" name=""/>
        <dsp:cNvSpPr/>
      </dsp:nvSpPr>
      <dsp:spPr>
        <a:xfrm>
          <a:off x="-143840" y="8168"/>
          <a:ext cx="10515600" cy="91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9365C-3E59-43C6-9056-0393D961E3B0}">
      <dsp:nvSpPr>
        <dsp:cNvPr id="0" name=""/>
        <dsp:cNvSpPr/>
      </dsp:nvSpPr>
      <dsp:spPr>
        <a:xfrm>
          <a:off x="132230" y="213510"/>
          <a:ext cx="501947" cy="5019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E0876B-2DCB-4AD2-B78E-A99840164E71}">
      <dsp:nvSpPr>
        <dsp:cNvPr id="0" name=""/>
        <dsp:cNvSpPr/>
      </dsp:nvSpPr>
      <dsp:spPr>
        <a:xfrm>
          <a:off x="910249" y="8168"/>
          <a:ext cx="9459448" cy="912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587" tIns="96587" rIns="96587" bIns="96587" numCol="1" spcCol="1270" anchor="ctr" anchorCtr="0">
          <a:noAutofit/>
        </a:bodyPr>
        <a:lstStyle/>
        <a:p>
          <a:pPr marL="0" lvl="0" indent="0" algn="l" defTabSz="1422400">
            <a:lnSpc>
              <a:spcPct val="100000"/>
            </a:lnSpc>
            <a:spcBef>
              <a:spcPct val="0"/>
            </a:spcBef>
            <a:spcAft>
              <a:spcPct val="35000"/>
            </a:spcAft>
            <a:buNone/>
          </a:pPr>
          <a:r>
            <a:rPr lang="en-GB" sz="3200" kern="1200" dirty="0"/>
            <a:t>Implement a secure and Feature rich Mobile wallet</a:t>
          </a:r>
          <a:r>
            <a:rPr lang="en-GB" sz="2200" kern="1200" dirty="0"/>
            <a:t>.</a:t>
          </a:r>
          <a:endParaRPr lang="en-US" sz="2200" kern="1200" dirty="0"/>
        </a:p>
      </dsp:txBody>
      <dsp:txXfrm>
        <a:off x="910249" y="8168"/>
        <a:ext cx="9459448" cy="912631"/>
      </dsp:txXfrm>
    </dsp:sp>
    <dsp:sp modelId="{EAB2A489-2E3A-4AFF-BDCA-19522C13A006}">
      <dsp:nvSpPr>
        <dsp:cNvPr id="0" name=""/>
        <dsp:cNvSpPr/>
      </dsp:nvSpPr>
      <dsp:spPr>
        <a:xfrm>
          <a:off x="-143840" y="1148958"/>
          <a:ext cx="10515600" cy="91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7064F2-888F-4202-B371-57EED841DB65}">
      <dsp:nvSpPr>
        <dsp:cNvPr id="0" name=""/>
        <dsp:cNvSpPr/>
      </dsp:nvSpPr>
      <dsp:spPr>
        <a:xfrm>
          <a:off x="132230" y="1354300"/>
          <a:ext cx="501947" cy="5019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27C1CD-F519-4FC1-B50E-61BD5BA85D74}">
      <dsp:nvSpPr>
        <dsp:cNvPr id="0" name=""/>
        <dsp:cNvSpPr/>
      </dsp:nvSpPr>
      <dsp:spPr>
        <a:xfrm>
          <a:off x="910249" y="1148958"/>
          <a:ext cx="9459448" cy="912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587" tIns="96587" rIns="96587" bIns="96587" numCol="1" spcCol="1270" anchor="ctr" anchorCtr="0">
          <a:noAutofit/>
        </a:bodyPr>
        <a:lstStyle/>
        <a:p>
          <a:pPr marL="0" lvl="0" indent="0" algn="l" defTabSz="1422400">
            <a:lnSpc>
              <a:spcPct val="100000"/>
            </a:lnSpc>
            <a:spcBef>
              <a:spcPct val="0"/>
            </a:spcBef>
            <a:spcAft>
              <a:spcPct val="35000"/>
            </a:spcAft>
            <a:buNone/>
          </a:pPr>
          <a:r>
            <a:rPr lang="en-GB" sz="3200" kern="1200" dirty="0"/>
            <a:t>Enhance Customer retention with loyalty programs.</a:t>
          </a:r>
          <a:endParaRPr lang="en-US" sz="3200" kern="1200" dirty="0"/>
        </a:p>
      </dsp:txBody>
      <dsp:txXfrm>
        <a:off x="910249" y="1148958"/>
        <a:ext cx="9459448" cy="912631"/>
      </dsp:txXfrm>
    </dsp:sp>
    <dsp:sp modelId="{F9BE765F-BD25-4A1A-BB74-B4B580A41A63}">
      <dsp:nvSpPr>
        <dsp:cNvPr id="0" name=""/>
        <dsp:cNvSpPr/>
      </dsp:nvSpPr>
      <dsp:spPr>
        <a:xfrm>
          <a:off x="-143840" y="2289747"/>
          <a:ext cx="10515600" cy="91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5D3497-9495-41ED-910E-9EF679ADB58A}">
      <dsp:nvSpPr>
        <dsp:cNvPr id="0" name=""/>
        <dsp:cNvSpPr/>
      </dsp:nvSpPr>
      <dsp:spPr>
        <a:xfrm>
          <a:off x="132230" y="2495090"/>
          <a:ext cx="501947" cy="5019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94A1E0-83C9-4A90-8ECD-F4FF94E6DCBD}">
      <dsp:nvSpPr>
        <dsp:cNvPr id="0" name=""/>
        <dsp:cNvSpPr/>
      </dsp:nvSpPr>
      <dsp:spPr>
        <a:xfrm>
          <a:off x="910249" y="2289747"/>
          <a:ext cx="9459448" cy="912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587" tIns="96587" rIns="96587" bIns="96587" numCol="1" spcCol="1270" anchor="ctr" anchorCtr="0">
          <a:noAutofit/>
        </a:bodyPr>
        <a:lstStyle/>
        <a:p>
          <a:pPr marL="0" lvl="0" indent="0" algn="l" defTabSz="1422400">
            <a:lnSpc>
              <a:spcPct val="100000"/>
            </a:lnSpc>
            <a:spcBef>
              <a:spcPct val="0"/>
            </a:spcBef>
            <a:spcAft>
              <a:spcPct val="35000"/>
            </a:spcAft>
            <a:buNone/>
          </a:pPr>
          <a:r>
            <a:rPr lang="en-GB" sz="3200" kern="1200" dirty="0"/>
            <a:t>Continuously gather feedback to improve features. </a:t>
          </a:r>
          <a:endParaRPr lang="en-US" sz="3200" kern="1200" dirty="0"/>
        </a:p>
      </dsp:txBody>
      <dsp:txXfrm>
        <a:off x="910249" y="2289747"/>
        <a:ext cx="9459448" cy="912631"/>
      </dsp:txXfrm>
    </dsp:sp>
    <dsp:sp modelId="{0736F80F-AE50-4769-A339-60BFC2E57222}">
      <dsp:nvSpPr>
        <dsp:cNvPr id="0" name=""/>
        <dsp:cNvSpPr/>
      </dsp:nvSpPr>
      <dsp:spPr>
        <a:xfrm>
          <a:off x="-143840" y="3430537"/>
          <a:ext cx="10515600" cy="91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A6272F-6260-499E-9A9D-FF20BD4AA4F2}">
      <dsp:nvSpPr>
        <dsp:cNvPr id="0" name=""/>
        <dsp:cNvSpPr/>
      </dsp:nvSpPr>
      <dsp:spPr>
        <a:xfrm>
          <a:off x="132230" y="3635879"/>
          <a:ext cx="501947" cy="5019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30CB44-8888-410A-BF08-A7BA176384BD}">
      <dsp:nvSpPr>
        <dsp:cNvPr id="0" name=""/>
        <dsp:cNvSpPr/>
      </dsp:nvSpPr>
      <dsp:spPr>
        <a:xfrm>
          <a:off x="620506" y="3430537"/>
          <a:ext cx="10038934" cy="912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587" tIns="96587" rIns="96587" bIns="96587" numCol="1" spcCol="1270" anchor="ctr" anchorCtr="0">
          <a:noAutofit/>
        </a:bodyPr>
        <a:lstStyle/>
        <a:p>
          <a:pPr marL="0" lvl="0" indent="0" algn="l" defTabSz="1422400">
            <a:lnSpc>
              <a:spcPct val="100000"/>
            </a:lnSpc>
            <a:spcBef>
              <a:spcPct val="0"/>
            </a:spcBef>
            <a:spcAft>
              <a:spcPct val="35000"/>
            </a:spcAft>
            <a:buNone/>
          </a:pPr>
          <a:r>
            <a:rPr lang="en-GB" sz="3200" kern="1200" dirty="0"/>
            <a:t>Educate customers about wallet features and benefits.</a:t>
          </a:r>
          <a:endParaRPr lang="en-US" sz="3200" kern="1200" dirty="0"/>
        </a:p>
      </dsp:txBody>
      <dsp:txXfrm>
        <a:off x="620506" y="3430537"/>
        <a:ext cx="10038934" cy="91263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12/4/2024</a:t>
            </a:fld>
            <a:endParaRPr lang="en-US" dirty="0"/>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1055639900"/>
      </p:ext>
    </p:extLst>
  </p:cSld>
  <p:clrMap bg1="lt1" tx1="dk1" bg2="lt2" tx2="dk2" accent1="accent1" accent2="accent2" accent3="accent3" accent4="accent4" accent5="accent5" accent6="accent6" hlink="hlink" folHlink="folHlink"/>
  <p:notesStyle>
    <a:lvl1pPr marL="0" algn="l" defTabSz="3761915" rtl="0" eaLnBrk="1" latinLnBrk="0" hangingPunct="1">
      <a:defRPr sz="5000" kern="1200">
        <a:solidFill>
          <a:schemeClr val="tx1"/>
        </a:solidFill>
        <a:latin typeface="+mn-lt"/>
        <a:ea typeface="+mn-ea"/>
        <a:cs typeface="+mn-cs"/>
      </a:defRPr>
    </a:lvl1pPr>
    <a:lvl2pPr marL="1880958" algn="l" defTabSz="3761915" rtl="0" eaLnBrk="1" latinLnBrk="0" hangingPunct="1">
      <a:defRPr sz="5000" kern="1200">
        <a:solidFill>
          <a:schemeClr val="tx1"/>
        </a:solidFill>
        <a:latin typeface="+mn-lt"/>
        <a:ea typeface="+mn-ea"/>
        <a:cs typeface="+mn-cs"/>
      </a:defRPr>
    </a:lvl2pPr>
    <a:lvl3pPr marL="3761915" algn="l" defTabSz="3761915" rtl="0" eaLnBrk="1" latinLnBrk="0" hangingPunct="1">
      <a:defRPr sz="5000" kern="1200">
        <a:solidFill>
          <a:schemeClr val="tx1"/>
        </a:solidFill>
        <a:latin typeface="+mn-lt"/>
        <a:ea typeface="+mn-ea"/>
        <a:cs typeface="+mn-cs"/>
      </a:defRPr>
    </a:lvl3pPr>
    <a:lvl4pPr marL="5642873" algn="l" defTabSz="3761915" rtl="0" eaLnBrk="1" latinLnBrk="0" hangingPunct="1">
      <a:defRPr sz="5000" kern="1200">
        <a:solidFill>
          <a:schemeClr val="tx1"/>
        </a:solidFill>
        <a:latin typeface="+mn-lt"/>
        <a:ea typeface="+mn-ea"/>
        <a:cs typeface="+mn-cs"/>
      </a:defRPr>
    </a:lvl4pPr>
    <a:lvl5pPr marL="7523829" algn="l" defTabSz="3761915" rtl="0" eaLnBrk="1" latinLnBrk="0" hangingPunct="1">
      <a:defRPr sz="5000" kern="1200">
        <a:solidFill>
          <a:schemeClr val="tx1"/>
        </a:solidFill>
        <a:latin typeface="+mn-lt"/>
        <a:ea typeface="+mn-ea"/>
        <a:cs typeface="+mn-cs"/>
      </a:defRPr>
    </a:lvl5pPr>
    <a:lvl6pPr marL="9404787" algn="l" defTabSz="3761915" rtl="0" eaLnBrk="1" latinLnBrk="0" hangingPunct="1">
      <a:defRPr sz="5000" kern="1200">
        <a:solidFill>
          <a:schemeClr val="tx1"/>
        </a:solidFill>
        <a:latin typeface="+mn-lt"/>
        <a:ea typeface="+mn-ea"/>
        <a:cs typeface="+mn-cs"/>
      </a:defRPr>
    </a:lvl6pPr>
    <a:lvl7pPr marL="11285745" algn="l" defTabSz="3761915" rtl="0" eaLnBrk="1" latinLnBrk="0" hangingPunct="1">
      <a:defRPr sz="5000" kern="1200">
        <a:solidFill>
          <a:schemeClr val="tx1"/>
        </a:solidFill>
        <a:latin typeface="+mn-lt"/>
        <a:ea typeface="+mn-ea"/>
        <a:cs typeface="+mn-cs"/>
      </a:defRPr>
    </a:lvl7pPr>
    <a:lvl8pPr marL="13166702" algn="l" defTabSz="3761915" rtl="0" eaLnBrk="1" latinLnBrk="0" hangingPunct="1">
      <a:defRPr sz="5000" kern="1200">
        <a:solidFill>
          <a:schemeClr val="tx1"/>
        </a:solidFill>
        <a:latin typeface="+mn-lt"/>
        <a:ea typeface="+mn-ea"/>
        <a:cs typeface="+mn-cs"/>
      </a:defRPr>
    </a:lvl8pPr>
    <a:lvl9pPr marL="15047660" algn="l" defTabSz="3761915" rtl="0" eaLnBrk="1" latinLnBrk="0" hangingPunct="1">
      <a:defRPr sz="5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8x96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74665" y="11021046"/>
            <a:ext cx="829096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38089" y="3990990"/>
            <a:ext cx="8290965"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128820" y="3990990"/>
            <a:ext cx="8269287"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438089" y="4605216"/>
            <a:ext cx="829096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474665" y="10431879"/>
            <a:ext cx="8290965"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7804524" y="4580158"/>
            <a:ext cx="8274926"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7797869" y="3990990"/>
            <a:ext cx="8274926"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5147252" y="3990990"/>
            <a:ext cx="8272463"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5147251" y="4611688"/>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5147251" y="9515160"/>
            <a:ext cx="8272463"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5147251" y="10104327"/>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5147250" y="16394133"/>
            <a:ext cx="8275320"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ACKNOWLEDGEMENTS</a:t>
            </a:r>
          </a:p>
        </p:txBody>
      </p:sp>
      <p:sp>
        <p:nvSpPr>
          <p:cNvPr id="30" name="Text Placeholder 3"/>
          <p:cNvSpPr>
            <a:spLocks noGrp="1"/>
          </p:cNvSpPr>
          <p:nvPr>
            <p:ph type="body" sz="quarter" idx="30" hasCustomPrompt="1"/>
          </p:nvPr>
        </p:nvSpPr>
        <p:spPr>
          <a:xfrm>
            <a:off x="35147250" y="17036532"/>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133788" y="4611688"/>
            <a:ext cx="827134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76" name="Text Placeholder 3"/>
          <p:cNvSpPr>
            <a:spLocks noGrp="1"/>
          </p:cNvSpPr>
          <p:nvPr>
            <p:ph type="body" sz="quarter" idx="136" hasCustomPrompt="1"/>
          </p:nvPr>
        </p:nvSpPr>
        <p:spPr>
          <a:xfrm>
            <a:off x="26462419" y="4580158"/>
            <a:ext cx="8274926"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77" name="Text Placeholder 5"/>
          <p:cNvSpPr>
            <a:spLocks noGrp="1"/>
          </p:cNvSpPr>
          <p:nvPr>
            <p:ph type="body" sz="quarter" idx="137" hasCustomPrompt="1"/>
          </p:nvPr>
        </p:nvSpPr>
        <p:spPr>
          <a:xfrm>
            <a:off x="26472560" y="3990990"/>
            <a:ext cx="8274926"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RESULTS</a:t>
            </a:r>
          </a:p>
        </p:txBody>
      </p:sp>
      <p:sp>
        <p:nvSpPr>
          <p:cNvPr id="57" name="Text Placeholder 76"/>
          <p:cNvSpPr>
            <a:spLocks noGrp="1"/>
          </p:cNvSpPr>
          <p:nvPr>
            <p:ph type="body" sz="quarter" idx="161" hasCustomPrompt="1"/>
          </p:nvPr>
        </p:nvSpPr>
        <p:spPr>
          <a:xfrm>
            <a:off x="5225144" y="1091510"/>
            <a:ext cx="33440914" cy="584775"/>
          </a:xfrm>
          <a:prstGeom prst="rect">
            <a:avLst/>
          </a:prstGeom>
        </p:spPr>
        <p:txBody>
          <a:bodyPr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58" name="Text Placeholder 76"/>
          <p:cNvSpPr>
            <a:spLocks noGrp="1"/>
          </p:cNvSpPr>
          <p:nvPr>
            <p:ph type="body" sz="quarter" idx="195" hasCustomPrompt="1"/>
          </p:nvPr>
        </p:nvSpPr>
        <p:spPr>
          <a:xfrm>
            <a:off x="5225144" y="1915058"/>
            <a:ext cx="33440914" cy="400110"/>
          </a:xfrm>
          <a:prstGeom prst="rect">
            <a:avLst/>
          </a:prstGeom>
        </p:spPr>
        <p:txBody>
          <a:bodyPr anchor="t" anchorCtr="0">
            <a:spAutoFit/>
          </a:bodyPr>
          <a:lstStyle>
            <a:lvl1pPr marL="0" indent="0" algn="ctr">
              <a:buFontTx/>
              <a:buNone/>
              <a:defRPr sz="20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59" name="Text Placeholder 76"/>
          <p:cNvSpPr>
            <a:spLocks noGrp="1"/>
          </p:cNvSpPr>
          <p:nvPr>
            <p:ph type="body" sz="quarter" idx="196" hasCustomPrompt="1"/>
          </p:nvPr>
        </p:nvSpPr>
        <p:spPr>
          <a:xfrm>
            <a:off x="5225144" y="180134"/>
            <a:ext cx="33440914" cy="769441"/>
          </a:xfrm>
          <a:prstGeom prst="rect">
            <a:avLst/>
          </a:prstGeom>
        </p:spPr>
        <p:txBody>
          <a:bodyPr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74665" y="11021046"/>
            <a:ext cx="829096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38089" y="3486491"/>
            <a:ext cx="8290965"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128820" y="3486491"/>
            <a:ext cx="8269287"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438089" y="4100720"/>
            <a:ext cx="829096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474665" y="10431876"/>
            <a:ext cx="8290965"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7804524" y="4075662"/>
            <a:ext cx="8274926"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7797869" y="3486491"/>
            <a:ext cx="8274926"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5147252" y="3486491"/>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5147251" y="4107192"/>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5147251" y="9515157"/>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5147251" y="10104327"/>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5147251" y="16609574"/>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5147251" y="17198744"/>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133788" y="4107192"/>
            <a:ext cx="827134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76" name="Text Placeholder 3"/>
          <p:cNvSpPr>
            <a:spLocks noGrp="1"/>
          </p:cNvSpPr>
          <p:nvPr>
            <p:ph type="body" sz="quarter" idx="136" hasCustomPrompt="1"/>
          </p:nvPr>
        </p:nvSpPr>
        <p:spPr>
          <a:xfrm>
            <a:off x="26462419" y="4075662"/>
            <a:ext cx="8274926"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581" indent="-489840">
              <a:defRPr sz="2100">
                <a:latin typeface="Trebuchet MS" pitchFamily="34" charset="0"/>
              </a:defRPr>
            </a:lvl2pPr>
            <a:lvl3pPr marL="1763420" indent="-489840">
              <a:defRPr sz="2100">
                <a:latin typeface="Trebuchet MS" pitchFamily="34" charset="0"/>
              </a:defRPr>
            </a:lvl3pPr>
            <a:lvl4pPr marL="2302243" indent="-538823">
              <a:defRPr sz="2100">
                <a:latin typeface="Trebuchet MS" pitchFamily="34" charset="0"/>
              </a:defRPr>
            </a:lvl4pPr>
            <a:lvl5pPr marL="2694114" indent="-391871">
              <a:defRPr sz="2100">
                <a:latin typeface="Trebuchet MS" pitchFamily="34" charset="0"/>
              </a:defRPr>
            </a:lvl5pPr>
          </a:lstStyle>
          <a:p>
            <a:pPr lvl="0"/>
            <a:r>
              <a:rPr lang="en-US" dirty="0"/>
              <a:t>Type in or paste your text here</a:t>
            </a:r>
          </a:p>
        </p:txBody>
      </p:sp>
      <p:sp>
        <p:nvSpPr>
          <p:cNvPr id="77" name="Text Placeholder 5"/>
          <p:cNvSpPr>
            <a:spLocks noGrp="1"/>
          </p:cNvSpPr>
          <p:nvPr>
            <p:ph type="body" sz="quarter" idx="137" hasCustomPrompt="1"/>
          </p:nvPr>
        </p:nvSpPr>
        <p:spPr>
          <a:xfrm>
            <a:off x="26472560" y="3486491"/>
            <a:ext cx="8274926"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RESULTS</a:t>
            </a:r>
          </a:p>
        </p:txBody>
      </p:sp>
      <p:sp>
        <p:nvSpPr>
          <p:cNvPr id="57" name="Text Placeholder 76"/>
          <p:cNvSpPr>
            <a:spLocks noGrp="1"/>
          </p:cNvSpPr>
          <p:nvPr>
            <p:ph type="body" sz="quarter" idx="161" hasCustomPrompt="1"/>
          </p:nvPr>
        </p:nvSpPr>
        <p:spPr>
          <a:xfrm>
            <a:off x="5225144" y="1464833"/>
            <a:ext cx="33440914" cy="963989"/>
          </a:xfrm>
          <a:prstGeom prst="rect">
            <a:avLst/>
          </a:prstGeom>
        </p:spPr>
        <p:txBody>
          <a:bodyPr>
            <a:normAutofit/>
          </a:bodyPr>
          <a:lstStyle>
            <a:lvl1pPr marL="0" indent="0" algn="ctr">
              <a:buFontTx/>
              <a:buNone/>
              <a:defRPr sz="48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58" name="Text Placeholder 76"/>
          <p:cNvSpPr>
            <a:spLocks noGrp="1"/>
          </p:cNvSpPr>
          <p:nvPr>
            <p:ph type="body" sz="quarter" idx="195" hasCustomPrompt="1"/>
          </p:nvPr>
        </p:nvSpPr>
        <p:spPr>
          <a:xfrm>
            <a:off x="5225144" y="2428822"/>
            <a:ext cx="33440914" cy="634555"/>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59" name="Text Placeholder 76"/>
          <p:cNvSpPr>
            <a:spLocks noGrp="1"/>
          </p:cNvSpPr>
          <p:nvPr>
            <p:ph type="body" sz="quarter" idx="196" hasCustomPrompt="1"/>
          </p:nvPr>
        </p:nvSpPr>
        <p:spPr>
          <a:xfrm>
            <a:off x="5225144" y="180134"/>
            <a:ext cx="33440914" cy="1284696"/>
          </a:xfrm>
          <a:prstGeom prst="rect">
            <a:avLst/>
          </a:prstGeom>
        </p:spPr>
        <p:txBody>
          <a:bodyPr>
            <a:normAutofit/>
          </a:bodyPr>
          <a:lstStyle>
            <a:lvl1pPr marL="0" indent="0" algn="ctr">
              <a:buFontTx/>
              <a:buNone/>
              <a:defRPr sz="66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290351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2C311D-F86B-69BA-1FCE-A5D22828813C}"/>
              </a:ext>
            </a:extLst>
          </p:cNvPr>
          <p:cNvSpPr/>
          <p:nvPr userDrawn="1"/>
        </p:nvSpPr>
        <p:spPr>
          <a:xfrm>
            <a:off x="2" y="21251917"/>
            <a:ext cx="43891199" cy="65717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400"/>
          </a:p>
        </p:txBody>
      </p:sp>
      <p:sp>
        <p:nvSpPr>
          <p:cNvPr id="10" name="Text Box 14"/>
          <p:cNvSpPr txBox="1">
            <a:spLocks noChangeArrowheads="1"/>
          </p:cNvSpPr>
          <p:nvPr/>
        </p:nvSpPr>
        <p:spPr bwMode="auto">
          <a:xfrm>
            <a:off x="819153" y="21488403"/>
            <a:ext cx="2514600" cy="291981"/>
          </a:xfrm>
          <a:prstGeom prst="rect">
            <a:avLst/>
          </a:prstGeom>
          <a:noFill/>
          <a:ln w="9525">
            <a:noFill/>
            <a:miter lim="800000"/>
            <a:headEnd/>
            <a:tailEnd/>
          </a:ln>
          <a:effectLst/>
        </p:spPr>
        <p:txBody>
          <a:bodyPr lIns="78225" tIns="39105" rIns="78225" bIns="39105">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900" b="1" dirty="0">
                <a:solidFill>
                  <a:schemeClr val="bg1">
                    <a:lumMod val="75000"/>
                  </a:schemeClr>
                </a:solidFill>
                <a:latin typeface="Arial" charset="0"/>
              </a:rPr>
              <a:t>www.PosterPresentations.com</a:t>
            </a:r>
          </a:p>
        </p:txBody>
      </p:sp>
      <p:graphicFrame>
        <p:nvGraphicFramePr>
          <p:cNvPr id="33" name="Table 32">
            <a:extLst>
              <a:ext uri="{FF2B5EF4-FFF2-40B4-BE49-F238E27FC236}">
                <a16:creationId xmlns:a16="http://schemas.microsoft.com/office/drawing/2014/main" id="{51F6E1DE-3038-D348-B243-6638F96B5BD2}"/>
              </a:ext>
            </a:extLst>
          </p:cNvPr>
          <p:cNvGraphicFramePr>
            <a:graphicFrameLocks noGrp="1"/>
          </p:cNvGraphicFramePr>
          <p:nvPr userDrawn="1">
            <p:extLst>
              <p:ext uri="{D42A27DB-BD31-4B8C-83A1-F6EECF244321}">
                <p14:modId xmlns:p14="http://schemas.microsoft.com/office/powerpoint/2010/main" val="3081578541"/>
              </p:ext>
            </p:extLst>
          </p:nvPr>
        </p:nvGraphicFramePr>
        <p:xfrm>
          <a:off x="-6404644" y="23448"/>
          <a:ext cx="6099844" cy="21945600"/>
        </p:xfrm>
        <a:graphic>
          <a:graphicData uri="http://schemas.openxmlformats.org/drawingml/2006/table">
            <a:tbl>
              <a:tblPr firstRow="1" bandRow="1">
                <a:tableStyleId>{5C22544A-7EE6-4342-B048-85BDC9FD1C3A}</a:tableStyleId>
              </a:tblPr>
              <a:tblGrid>
                <a:gridCol w="2615564">
                  <a:extLst>
                    <a:ext uri="{9D8B030D-6E8A-4147-A177-3AD203B41FA5}">
                      <a16:colId xmlns:a16="http://schemas.microsoft.com/office/drawing/2014/main" val="20000"/>
                    </a:ext>
                  </a:extLst>
                </a:gridCol>
                <a:gridCol w="3484280">
                  <a:extLst>
                    <a:ext uri="{9D8B030D-6E8A-4147-A177-3AD203B41FA5}">
                      <a16:colId xmlns:a16="http://schemas.microsoft.com/office/drawing/2014/main" val="20001"/>
                    </a:ext>
                  </a:extLst>
                </a:gridCol>
              </a:tblGrid>
              <a:tr h="849594">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400" b="0" spc="600" dirty="0">
                          <a:solidFill>
                            <a:srgbClr val="1F3A4E"/>
                          </a:solidFill>
                          <a:latin typeface="Arial Black" panose="020B0A04020102020204" pitchFamily="34" charset="0"/>
                        </a:rPr>
                        <a:t>QUICK START GUIDE</a:t>
                      </a:r>
                      <a:br>
                        <a:rPr lang="en-US" sz="2400" b="0" spc="600" dirty="0">
                          <a:solidFill>
                            <a:srgbClr val="1F3A4E"/>
                          </a:solidFill>
                          <a:latin typeface="Arial Black" panose="020B0A04020102020204" pitchFamily="34" charset="0"/>
                        </a:rPr>
                      </a:br>
                      <a:r>
                        <a:rPr lang="en-US" sz="1800" b="1" spc="0" dirty="0">
                          <a:solidFill>
                            <a:srgbClr val="FF0000"/>
                          </a:solidFill>
                          <a:latin typeface="Trebuchet MS" pitchFamily="34" charset="0"/>
                        </a:rPr>
                        <a:t>(THIS SIDEBAR WILL NOT PRINT)</a:t>
                      </a:r>
                      <a:endParaRPr lang="en-US" sz="24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611714">
                <a:tc gridSpan="2">
                  <a:txBody>
                    <a:bodyPr/>
                    <a:lstStyle/>
                    <a:p>
                      <a:pPr defTabSz="3765639"/>
                      <a:r>
                        <a:rPr lang="en-US" sz="1400" i="0" dirty="0">
                          <a:solidFill>
                            <a:srgbClr val="D9D9D9"/>
                          </a:solidFill>
                          <a:latin typeface="Arial"/>
                          <a:cs typeface="Arial"/>
                        </a:rPr>
                        <a:t>This PowerPoint template produces a </a:t>
                      </a:r>
                      <a:r>
                        <a:rPr lang="en-US" sz="1400" b="1" i="0" dirty="0">
                          <a:solidFill>
                            <a:srgbClr val="FFC000"/>
                          </a:solidFill>
                          <a:latin typeface="Arial"/>
                          <a:cs typeface="Arial"/>
                        </a:rPr>
                        <a:t>48x96”</a:t>
                      </a:r>
                      <a:r>
                        <a:rPr lang="en-US" sz="1400" i="0" dirty="0">
                          <a:solidFill>
                            <a:srgbClr val="FFC000"/>
                          </a:solidFill>
                          <a:latin typeface="Arial"/>
                          <a:cs typeface="Arial"/>
                        </a:rPr>
                        <a:t> </a:t>
                      </a:r>
                      <a:r>
                        <a:rPr lang="en-US" sz="1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400" i="0" dirty="0">
                        <a:solidFill>
                          <a:srgbClr val="D9D9D9"/>
                        </a:solidFill>
                        <a:latin typeface="Arial"/>
                        <a:cs typeface="Arial"/>
                      </a:endParaRPr>
                    </a:p>
                    <a:p>
                      <a:pPr defTabSz="3765639"/>
                      <a:r>
                        <a:rPr lang="en-US" sz="1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400" i="0" dirty="0" err="1">
                          <a:solidFill>
                            <a:srgbClr val="FFC000"/>
                          </a:solidFill>
                          <a:latin typeface="Arial"/>
                          <a:cs typeface="Arial"/>
                        </a:rPr>
                        <a:t>PosterPresentations.com</a:t>
                      </a:r>
                      <a:r>
                        <a:rPr lang="en-US" sz="1400" i="0" dirty="0">
                          <a:solidFill>
                            <a:srgbClr val="D9D9D9"/>
                          </a:solidFill>
                          <a:latin typeface="Arial"/>
                          <a:cs typeface="Arial"/>
                        </a:rPr>
                        <a:t> and click on the  </a:t>
                      </a:r>
                      <a:r>
                        <a:rPr lang="en-US" sz="1400" i="0" dirty="0">
                          <a:solidFill>
                            <a:srgbClr val="FFC000"/>
                          </a:solidFill>
                          <a:latin typeface="Arial"/>
                          <a:cs typeface="Arial"/>
                        </a:rPr>
                        <a:t>HELP DESK</a:t>
                      </a:r>
                      <a:r>
                        <a:rPr lang="en-US" sz="1400" i="0" baseline="0" dirty="0">
                          <a:solidFill>
                            <a:srgbClr val="D9D9D9"/>
                          </a:solidFill>
                          <a:latin typeface="Arial"/>
                          <a:cs typeface="Arial"/>
                        </a:rPr>
                        <a:t> </a:t>
                      </a:r>
                      <a:r>
                        <a:rPr lang="en-US" sz="1400" i="0" dirty="0">
                          <a:solidFill>
                            <a:srgbClr val="D9D9D9"/>
                          </a:solidFill>
                          <a:latin typeface="Arial"/>
                          <a:cs typeface="Arial"/>
                        </a:rPr>
                        <a:t>tab.</a:t>
                      </a:r>
                    </a:p>
                    <a:p>
                      <a:pPr defTabSz="3765639"/>
                      <a:endParaRPr lang="en-US" sz="1400" i="0" dirty="0">
                        <a:solidFill>
                          <a:srgbClr val="D9D9D9"/>
                        </a:solidFill>
                        <a:latin typeface="Arial"/>
                        <a:cs typeface="Arial"/>
                      </a:endParaRPr>
                    </a:p>
                    <a:p>
                      <a:pPr defTabSz="3765639"/>
                      <a:r>
                        <a:rPr lang="en-US" sz="1400" i="0" dirty="0">
                          <a:solidFill>
                            <a:srgbClr val="D9D9D9"/>
                          </a:solidFill>
                          <a:latin typeface="Arial"/>
                          <a:cs typeface="Arial"/>
                        </a:rPr>
                        <a:t>To print your poster using our same-day professional printing service, go online to </a:t>
                      </a:r>
                      <a:r>
                        <a:rPr lang="en-US" sz="1400" i="0" dirty="0" err="1">
                          <a:solidFill>
                            <a:srgbClr val="FFC000"/>
                          </a:solidFill>
                          <a:latin typeface="Arial"/>
                          <a:cs typeface="Arial"/>
                        </a:rPr>
                        <a:t>PosterPresentations.com</a:t>
                      </a:r>
                      <a:r>
                        <a:rPr lang="en-US" sz="1400" i="0" dirty="0">
                          <a:solidFill>
                            <a:srgbClr val="D9D9D9"/>
                          </a:solidFill>
                          <a:latin typeface="Arial"/>
                          <a:cs typeface="Arial"/>
                        </a:rPr>
                        <a:t> and click on "</a:t>
                      </a:r>
                      <a:r>
                        <a:rPr lang="en-US" sz="1400" i="0" dirty="0">
                          <a:solidFill>
                            <a:srgbClr val="FFC000"/>
                          </a:solidFill>
                          <a:latin typeface="Arial"/>
                          <a:cs typeface="Arial"/>
                        </a:rPr>
                        <a:t>Order your poster</a:t>
                      </a:r>
                      <a:r>
                        <a:rPr lang="en-US" sz="1400" i="0" dirty="0">
                          <a:solidFill>
                            <a:srgbClr val="D9D9D9"/>
                          </a:solidFill>
                          <a:latin typeface="Arial"/>
                          <a:cs typeface="Arial"/>
                        </a:rPr>
                        <a:t>".</a:t>
                      </a:r>
                      <a:endParaRPr lang="en-US" sz="1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3115177">
                <a:tc>
                  <a:txBody>
                    <a:bodyPr/>
                    <a:lstStyle/>
                    <a:p>
                      <a:pPr algn="ctr"/>
                      <a:endParaRPr lang="en-US" sz="1400" dirty="0">
                        <a:solidFill>
                          <a:srgbClr val="1F3A4E"/>
                        </a:solidFill>
                      </a:endParaRPr>
                    </a:p>
                    <a:p>
                      <a:pPr algn="ctr"/>
                      <a:endParaRPr lang="en-US" sz="1400" dirty="0">
                        <a:solidFill>
                          <a:srgbClr val="1F3A4E"/>
                        </a:solidFill>
                      </a:endParaRPr>
                    </a:p>
                    <a:p>
                      <a:pPr algn="ctr"/>
                      <a:r>
                        <a:rPr lang="en-US" sz="1400" dirty="0">
                          <a:solidFill>
                            <a:schemeClr val="bg1"/>
                          </a:solidFill>
                          <a:latin typeface="Arial" panose="020B0604020202020204" pitchFamily="34" charset="0"/>
                          <a:cs typeface="Arial" panose="020B0604020202020204" pitchFamily="34" charset="0"/>
                        </a:rPr>
                        <a:t>This is a template for a</a:t>
                      </a:r>
                    </a:p>
                    <a:p>
                      <a:pPr algn="ctr"/>
                      <a:r>
                        <a:rPr lang="en-US" sz="1400" dirty="0">
                          <a:solidFill>
                            <a:schemeClr val="bg1"/>
                          </a:solidFill>
                          <a:latin typeface="Arial" panose="020B0604020202020204" pitchFamily="34" charset="0"/>
                          <a:cs typeface="Arial" panose="020B0604020202020204" pitchFamily="34" charset="0"/>
                        </a:rPr>
                        <a:t>presentation poster </a:t>
                      </a:r>
                      <a:br>
                        <a:rPr lang="en-US" sz="1400" dirty="0">
                          <a:solidFill>
                            <a:schemeClr val="bg1"/>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48 inches tall</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by</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96 inches wide</a:t>
                      </a:r>
                      <a:br>
                        <a:rPr lang="en-US" sz="1400" dirty="0">
                          <a:solidFill>
                            <a:schemeClr val="bg1"/>
                          </a:solidFill>
                          <a:latin typeface="Arial" panose="020B0604020202020204" pitchFamily="34" charset="0"/>
                          <a:cs typeface="Arial" panose="020B0604020202020204" pitchFamily="34" charset="0"/>
                        </a:rPr>
                      </a:br>
                      <a:endParaRPr lang="en-US" sz="1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600" b="1" baseline="0" dirty="0">
                          <a:solidFill>
                            <a:srgbClr val="FFC000"/>
                          </a:solidFill>
                          <a:latin typeface="Arial" panose="020B0604020202020204" pitchFamily="34" charset="0"/>
                          <a:cs typeface="Arial" panose="020B0604020202020204" pitchFamily="34" charset="0"/>
                        </a:rPr>
                        <a:t>Important: </a:t>
                      </a:r>
                      <a:br>
                        <a:rPr lang="en-US" sz="1600" b="1" baseline="0" dirty="0">
                          <a:solidFill>
                            <a:srgbClr val="FFC000"/>
                          </a:solidFill>
                          <a:latin typeface="Arial" panose="020B0604020202020204" pitchFamily="34" charset="0"/>
                          <a:cs typeface="Arial" panose="020B0604020202020204" pitchFamily="34" charset="0"/>
                        </a:rPr>
                      </a:br>
                      <a:r>
                        <a:rPr lang="en-US" sz="1600" b="1" baseline="0" dirty="0">
                          <a:solidFill>
                            <a:srgbClr val="FFC000"/>
                          </a:solidFill>
                          <a:latin typeface="Arial" panose="020B0604020202020204" pitchFamily="34" charset="0"/>
                          <a:cs typeface="Arial" panose="020B0604020202020204" pitchFamily="34" charset="0"/>
                        </a:rPr>
                        <a:t>Check the template size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24 tall x 48 wide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42 tall x 84 wide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36 tall x 72 wide</a:t>
                      </a:r>
                    </a:p>
                  </a:txBody>
                  <a:tcPr marL="182880" marT="137160">
                    <a:solidFill>
                      <a:srgbClr val="010101"/>
                    </a:solidFill>
                  </a:tcPr>
                </a:tc>
                <a:extLst>
                  <a:ext uri="{0D108BD9-81ED-4DB2-BD59-A6C34878D82A}">
                    <a16:rowId xmlns:a16="http://schemas.microsoft.com/office/drawing/2014/main" val="10008"/>
                  </a:ext>
                </a:extLst>
              </a:tr>
              <a:tr h="3052245">
                <a:tc>
                  <a:txBody>
                    <a:bodyPr/>
                    <a:lstStyle/>
                    <a:p>
                      <a:endParaRPr lang="en-US" sz="1400" dirty="0">
                        <a:solidFill>
                          <a:srgbClr val="1F3A4E"/>
                        </a:solidFill>
                      </a:endParaRPr>
                    </a:p>
                  </a:txBody>
                  <a:tcPr>
                    <a:blipFill rotWithShape="1">
                      <a:blip r:embed="rId3"/>
                      <a:stretch>
                        <a:fillRect/>
                      </a:stretch>
                    </a:blipFill>
                  </a:tcPr>
                </a:tc>
                <a:tc>
                  <a:txBody>
                    <a:bodyPr/>
                    <a:lstStyle/>
                    <a:p>
                      <a:pPr algn="l"/>
                      <a:r>
                        <a:rPr lang="en-US" sz="1600" b="1" baseline="0" dirty="0">
                          <a:solidFill>
                            <a:srgbClr val="FFC000"/>
                          </a:solidFill>
                          <a:latin typeface="Arial" panose="020B0604020202020204" pitchFamily="34" charset="0"/>
                          <a:cs typeface="Arial" panose="020B0604020202020204" pitchFamily="34" charset="0"/>
                        </a:rPr>
                        <a:t>How to </a:t>
                      </a:r>
                      <a:r>
                        <a:rPr lang="en-US" sz="2800" b="1" baseline="0" dirty="0">
                          <a:solidFill>
                            <a:srgbClr val="FFC000"/>
                          </a:solidFill>
                          <a:latin typeface="Arial" panose="020B0604020202020204" pitchFamily="34" charset="0"/>
                          <a:cs typeface="Arial" panose="020B0604020202020204" pitchFamily="34" charset="0"/>
                        </a:rPr>
                        <a:t>Zoom in </a:t>
                      </a:r>
                      <a:r>
                        <a:rPr lang="en-US" sz="1600" b="1" baseline="0" dirty="0">
                          <a:solidFill>
                            <a:srgbClr val="FFC000"/>
                          </a:solidFill>
                          <a:latin typeface="Arial" panose="020B0604020202020204" pitchFamily="34" charset="0"/>
                          <a:cs typeface="Arial" panose="020B0604020202020204" pitchFamily="34" charset="0"/>
                        </a:rPr>
                        <a:t>and </a:t>
                      </a:r>
                      <a:r>
                        <a:rPr lang="en-US" sz="1200" b="1" baseline="0" dirty="0">
                          <a:solidFill>
                            <a:srgbClr val="FFC000"/>
                          </a:solidFill>
                          <a:latin typeface="Arial" panose="020B0604020202020204" pitchFamily="34" charset="0"/>
                          <a:cs typeface="Arial" panose="020B0604020202020204" pitchFamily="34" charset="0"/>
                        </a:rPr>
                        <a:t>out</a:t>
                      </a:r>
                      <a:endParaRPr lang="en-US" sz="1600" b="1" baseline="0" dirty="0">
                        <a:solidFill>
                          <a:srgbClr val="FFC000"/>
                        </a:solidFill>
                        <a:latin typeface="Arial" panose="020B0604020202020204" pitchFamily="34" charset="0"/>
                        <a:cs typeface="Arial" panose="020B0604020202020204" pitchFamily="34" charset="0"/>
                      </a:endParaRPr>
                    </a:p>
                    <a:p>
                      <a:pPr algn="l"/>
                      <a:r>
                        <a:rPr lang="en-US" sz="1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1. </a:t>
                      </a:r>
                      <a:r>
                        <a:rPr lang="en-US" sz="1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2. </a:t>
                      </a:r>
                      <a:r>
                        <a:rPr lang="en-US" sz="1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447457">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600" b="1" baseline="0" dirty="0">
                          <a:solidFill>
                            <a:srgbClr val="FFC000"/>
                          </a:solidFill>
                          <a:latin typeface="Arial" panose="020B0604020202020204" pitchFamily="34" charset="0"/>
                          <a:cs typeface="Arial" panose="020B0604020202020204" pitchFamily="34" charset="0"/>
                        </a:rPr>
                        <a:t>Ruler and Guides</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863446">
                <a:tc>
                  <a:txBody>
                    <a:bodyPr/>
                    <a:lstStyle/>
                    <a:p>
                      <a:endParaRPr lang="en-US" sz="1400" dirty="0">
                        <a:solidFill>
                          <a:srgbClr val="1F3A4E"/>
                        </a:solidFill>
                      </a:endParaRPr>
                    </a:p>
                  </a:txBody>
                  <a:tcPr>
                    <a:blipFill rotWithShape="1">
                      <a:blip r:embed="rId4"/>
                      <a:stretch>
                        <a:fillRect/>
                      </a:stretch>
                    </a:blipFill>
                  </a:tcPr>
                </a:tc>
                <a:tc>
                  <a:txBody>
                    <a:bodyPr/>
                    <a:lstStyle/>
                    <a:p>
                      <a:pPr marL="0" lvl="1" indent="0" algn="l" defTabSz="114300"/>
                      <a:r>
                        <a:rPr lang="en-US" sz="1600" b="1" baseline="0" dirty="0">
                          <a:solidFill>
                            <a:srgbClr val="FFC000"/>
                          </a:solidFill>
                          <a:latin typeface="Arial" panose="020B0604020202020204" pitchFamily="34" charset="0"/>
                          <a:cs typeface="Arial" panose="020B0604020202020204" pitchFamily="34" charset="0"/>
                        </a:rPr>
                        <a:t>Headers and text containers</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2328517">
                <a:tc gridSpan="2">
                  <a:txBody>
                    <a:bodyPr/>
                    <a:lstStyle/>
                    <a:p>
                      <a:r>
                        <a:rPr lang="en-US" sz="1600" b="1" dirty="0">
                          <a:solidFill>
                            <a:srgbClr val="FFC000"/>
                          </a:solidFill>
                          <a:latin typeface="Arial" panose="020B0604020202020204" pitchFamily="34" charset="0"/>
                          <a:cs typeface="Arial" panose="020B0604020202020204" pitchFamily="34" charset="0"/>
                        </a:rPr>
                        <a:t>Adding content to the poster</a:t>
                      </a:r>
                    </a:p>
                    <a:p>
                      <a:r>
                        <a:rPr lang="en-US" sz="1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54185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356088">
                <a:tc gridSpan="2">
                  <a:txBody>
                    <a:bodyPr/>
                    <a:lstStyle/>
                    <a:p>
                      <a:endParaRPr lang="en-US" sz="1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89468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88482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34" name="Table 33">
            <a:extLst>
              <a:ext uri="{FF2B5EF4-FFF2-40B4-BE49-F238E27FC236}">
                <a16:creationId xmlns:a16="http://schemas.microsoft.com/office/drawing/2014/main" id="{74E59F75-101F-E64C-9D73-208C5745B1FA}"/>
              </a:ext>
            </a:extLst>
          </p:cNvPr>
          <p:cNvGraphicFramePr>
            <a:graphicFrameLocks noGrp="1"/>
          </p:cNvGraphicFramePr>
          <p:nvPr userDrawn="1">
            <p:extLst>
              <p:ext uri="{D42A27DB-BD31-4B8C-83A1-F6EECF244321}">
                <p14:modId xmlns:p14="http://schemas.microsoft.com/office/powerpoint/2010/main" val="2080183401"/>
              </p:ext>
            </p:extLst>
          </p:nvPr>
        </p:nvGraphicFramePr>
        <p:xfrm>
          <a:off x="44086272" y="2"/>
          <a:ext cx="6106509" cy="22286349"/>
        </p:xfrm>
        <a:graphic>
          <a:graphicData uri="http://schemas.openxmlformats.org/drawingml/2006/table">
            <a:tbl>
              <a:tblPr firstRow="1" bandRow="1">
                <a:tableStyleId>{5C22544A-7EE6-4342-B048-85BDC9FD1C3A}</a:tableStyleId>
              </a:tblPr>
              <a:tblGrid>
                <a:gridCol w="2906147">
                  <a:extLst>
                    <a:ext uri="{9D8B030D-6E8A-4147-A177-3AD203B41FA5}">
                      <a16:colId xmlns:a16="http://schemas.microsoft.com/office/drawing/2014/main" val="20000"/>
                    </a:ext>
                  </a:extLst>
                </a:gridCol>
                <a:gridCol w="211455">
                  <a:extLst>
                    <a:ext uri="{9D8B030D-6E8A-4147-A177-3AD203B41FA5}">
                      <a16:colId xmlns:a16="http://schemas.microsoft.com/office/drawing/2014/main" val="764104496"/>
                    </a:ext>
                  </a:extLst>
                </a:gridCol>
                <a:gridCol w="2988907">
                  <a:extLst>
                    <a:ext uri="{9D8B030D-6E8A-4147-A177-3AD203B41FA5}">
                      <a16:colId xmlns:a16="http://schemas.microsoft.com/office/drawing/2014/main" val="4164475170"/>
                    </a:ext>
                  </a:extLst>
                </a:gridCol>
              </a:tblGrid>
              <a:tr h="86756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800" b="0" spc="600" dirty="0">
                          <a:solidFill>
                            <a:srgbClr val="1F3A4E"/>
                          </a:solidFill>
                          <a:latin typeface="Arial Black" panose="020B0A04020102020204" pitchFamily="34" charset="0"/>
                        </a:rPr>
                        <a:t>QUICK START GUIDE</a:t>
                      </a:r>
                      <a:br>
                        <a:rPr lang="en-US" sz="2800" b="0" spc="600" dirty="0">
                          <a:solidFill>
                            <a:srgbClr val="1F3A4E"/>
                          </a:solidFill>
                          <a:latin typeface="Arial Black" panose="020B0A04020102020204" pitchFamily="34" charset="0"/>
                        </a:rPr>
                      </a:br>
                      <a:r>
                        <a:rPr lang="en-US" sz="2000" b="1" spc="0" dirty="0">
                          <a:solidFill>
                            <a:srgbClr val="FF0000"/>
                          </a:solidFill>
                          <a:latin typeface="Trebuchet MS" pitchFamily="34" charset="0"/>
                        </a:rPr>
                        <a:t>(THIS SIDEBAR WILL NOT PRINT)</a:t>
                      </a:r>
                      <a:endParaRPr lang="en-US" sz="28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29866">
                <a:tc gridSpan="3">
                  <a:txBody>
                    <a:bodyPr/>
                    <a:lstStyle/>
                    <a:p>
                      <a:pPr algn="l"/>
                      <a:r>
                        <a:rPr lang="en-US" sz="1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6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6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600" dirty="0">
                        <a:solidFill>
                          <a:srgbClr val="FFC000"/>
                        </a:solidFill>
                      </a:endParaRPr>
                    </a:p>
                    <a:p>
                      <a:pPr marL="0" indent="0" algn="l" defTabSz="114300"/>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701888">
                <a:tc gridSpan="3">
                  <a:txBody>
                    <a:bodyPr/>
                    <a:lstStyle/>
                    <a:p>
                      <a:r>
                        <a:rPr lang="en-US" sz="1800" b="1" dirty="0">
                          <a:solidFill>
                            <a:srgbClr val="FFC000"/>
                          </a:solidFill>
                          <a:latin typeface="Arial" panose="020B0604020202020204" pitchFamily="34" charset="0"/>
                          <a:cs typeface="Arial" panose="020B0604020202020204" pitchFamily="34" charset="0"/>
                        </a:rPr>
                        <a:t>How to change the column layout configuration</a:t>
                      </a:r>
                    </a:p>
                    <a:p>
                      <a:r>
                        <a:rPr lang="en-US" sz="16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600" dirty="0">
                          <a:solidFill>
                            <a:srgbClr val="D9D9D9"/>
                          </a:solidFill>
                          <a:latin typeface="Arial" panose="020B0604020202020204" pitchFamily="34" charset="0"/>
                          <a:cs typeface="Arial" panose="020B0604020202020204" pitchFamily="34" charset="0"/>
                        </a:rPr>
                        <a:t>You can see a tutorial here: </a:t>
                      </a:r>
                      <a:r>
                        <a:rPr lang="en-US" sz="1600" u="sng" dirty="0">
                          <a:solidFill>
                            <a:srgbClr val="FFC000"/>
                          </a:solidFill>
                          <a:latin typeface="Arial" panose="020B0604020202020204" pitchFamily="34" charset="0"/>
                          <a:cs typeface="Arial" panose="020B0604020202020204" pitchFamily="34" charset="0"/>
                        </a:rPr>
                        <a:t>https://</a:t>
                      </a:r>
                      <a:r>
                        <a:rPr lang="en-US" sz="1600" u="sng" dirty="0" err="1">
                          <a:solidFill>
                            <a:srgbClr val="FFC000"/>
                          </a:solidFill>
                          <a:latin typeface="Arial" panose="020B0604020202020204" pitchFamily="34" charset="0"/>
                          <a:cs typeface="Arial" panose="020B0604020202020204" pitchFamily="34" charset="0"/>
                        </a:rPr>
                        <a:t>www.posterpresentations.com</a:t>
                      </a:r>
                      <a:r>
                        <a:rPr lang="en-US" sz="1600" u="sng" dirty="0">
                          <a:solidFill>
                            <a:srgbClr val="FFC000"/>
                          </a:solidFill>
                          <a:latin typeface="Arial" panose="020B0604020202020204" pitchFamily="34" charset="0"/>
                          <a:cs typeface="Arial" panose="020B0604020202020204" pitchFamily="34" charset="0"/>
                        </a:rPr>
                        <a:t>/how-to-change-the-column-</a:t>
                      </a:r>
                      <a:r>
                        <a:rPr lang="en-US" sz="1600" u="sng" dirty="0" err="1">
                          <a:solidFill>
                            <a:srgbClr val="FFC000"/>
                          </a:solidFill>
                          <a:latin typeface="Arial" panose="020B0604020202020204" pitchFamily="34" charset="0"/>
                          <a:cs typeface="Arial" panose="020B0604020202020204" pitchFamily="34" charset="0"/>
                        </a:rPr>
                        <a:t>configuration.html</a:t>
                      </a:r>
                      <a:endParaRPr lang="en-US" sz="40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464849">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6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dirty="0">
                          <a:solidFill>
                            <a:srgbClr val="D9D9D9"/>
                          </a:solidFill>
                          <a:latin typeface="Arial" panose="020B0604020202020204" pitchFamily="34" charset="0"/>
                          <a:cs typeface="Arial" panose="020B0604020202020204" pitchFamily="34" charset="0"/>
                        </a:rPr>
                        <a:t>The Quick Start</a:t>
                      </a:r>
                      <a:r>
                        <a:rPr lang="en-US" sz="1600" baseline="0" noProof="0" dirty="0">
                          <a:solidFill>
                            <a:srgbClr val="D9D9D9"/>
                          </a:solidFill>
                          <a:latin typeface="Arial" panose="020B0604020202020204" pitchFamily="34" charset="0"/>
                          <a:cs typeface="Arial" panose="020B0604020202020204" pitchFamily="34" charset="0"/>
                        </a:rPr>
                        <a:t> Guides</a:t>
                      </a:r>
                      <a:r>
                        <a:rPr lang="en-US" sz="1600" noProof="0" dirty="0">
                          <a:solidFill>
                            <a:srgbClr val="D9D9D9"/>
                          </a:solidFill>
                          <a:latin typeface="Arial" panose="020B0604020202020204" pitchFamily="34" charset="0"/>
                          <a:cs typeface="Arial" panose="020B0604020202020204" pitchFamily="34" charset="0"/>
                        </a:rPr>
                        <a:t> </a:t>
                      </a:r>
                      <a:r>
                        <a:rPr lang="en-US" sz="1600" u="sng" noProof="0" dirty="0">
                          <a:solidFill>
                            <a:srgbClr val="D9D9D9"/>
                          </a:solidFill>
                          <a:latin typeface="Arial" panose="020B0604020202020204" pitchFamily="34" charset="0"/>
                          <a:cs typeface="Arial" panose="020B0604020202020204" pitchFamily="34" charset="0"/>
                        </a:rPr>
                        <a:t>are outside the template’s printable area</a:t>
                      </a:r>
                      <a:r>
                        <a:rPr lang="en-US" sz="1600" noProof="0" dirty="0">
                          <a:solidFill>
                            <a:srgbClr val="D9D9D9"/>
                          </a:solidFill>
                          <a:latin typeface="Arial" panose="020B0604020202020204" pitchFamily="34" charset="0"/>
                          <a:cs typeface="Arial" panose="020B0604020202020204" pitchFamily="34" charset="0"/>
                        </a:rPr>
                        <a:t> and they will not be on the printed poster</a:t>
                      </a:r>
                      <a:r>
                        <a:rPr lang="en-US" sz="16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aseline="0" noProof="0" dirty="0">
                          <a:solidFill>
                            <a:srgbClr val="D9D9D9"/>
                          </a:solidFill>
                          <a:latin typeface="Arial" panose="020B0604020202020204" pitchFamily="34" charset="0"/>
                          <a:cs typeface="Arial" panose="020B0604020202020204" pitchFamily="34" charset="0"/>
                        </a:rPr>
                        <a:t>To hide the guides click on the </a:t>
                      </a:r>
                      <a:r>
                        <a:rPr lang="en-US" sz="1600" b="1" baseline="0" noProof="0" dirty="0">
                          <a:solidFill>
                            <a:srgbClr val="D9D9D9"/>
                          </a:solidFill>
                          <a:latin typeface="Arial" panose="020B0604020202020204" pitchFamily="34" charset="0"/>
                          <a:cs typeface="Arial" panose="020B0604020202020204" pitchFamily="34" charset="0"/>
                        </a:rPr>
                        <a:t>Home</a:t>
                      </a:r>
                      <a:r>
                        <a:rPr lang="en-US" sz="16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600" b="1" baseline="0" noProof="0" dirty="0">
                          <a:solidFill>
                            <a:srgbClr val="D9D9D9"/>
                          </a:solidFill>
                          <a:latin typeface="Arial" panose="020B0604020202020204" pitchFamily="34" charset="0"/>
                          <a:cs typeface="Arial" panose="020B0604020202020204" pitchFamily="34" charset="0"/>
                        </a:rPr>
                        <a:t>Layout</a:t>
                      </a:r>
                      <a:r>
                        <a:rPr lang="en-US" sz="16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600" b="1" baseline="0" noProof="0" dirty="0">
                          <a:solidFill>
                            <a:srgbClr val="D9D9D9"/>
                          </a:solidFill>
                          <a:latin typeface="Arial" panose="020B0604020202020204" pitchFamily="34" charset="0"/>
                          <a:cs typeface="Arial" panose="020B0604020202020204" pitchFamily="34" charset="0"/>
                        </a:rPr>
                        <a:t>Without Guides </a:t>
                      </a:r>
                      <a:r>
                        <a:rPr lang="en-US" sz="1600" b="0" baseline="0" noProof="0" dirty="0">
                          <a:solidFill>
                            <a:srgbClr val="D9D9D9"/>
                          </a:solidFill>
                          <a:latin typeface="Arial" panose="020B0604020202020204" pitchFamily="34" charset="0"/>
                          <a:cs typeface="Arial" panose="020B0604020202020204" pitchFamily="34" charset="0"/>
                        </a:rPr>
                        <a:t>layout</a:t>
                      </a:r>
                      <a:r>
                        <a:rPr lang="en-US" sz="1600" baseline="0" noProof="0" dirty="0">
                          <a:solidFill>
                            <a:srgbClr val="D9D9D9"/>
                          </a:solidFill>
                          <a:latin typeface="Arial" panose="020B0604020202020204" pitchFamily="34" charset="0"/>
                          <a:cs typeface="Arial" panose="020B0604020202020204" pitchFamily="34" charset="0"/>
                        </a:rPr>
                        <a:t>.</a:t>
                      </a:r>
                      <a:endParaRPr lang="en-US" sz="16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206966">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6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037654">
                <a:tc>
                  <a:txBody>
                    <a:bodyPr/>
                    <a:lstStyle/>
                    <a:p>
                      <a:pPr rtl="0"/>
                      <a:r>
                        <a:rPr lang="en-US" sz="1800" b="1" dirty="0">
                          <a:solidFill>
                            <a:srgbClr val="FFC000"/>
                          </a:solidFill>
                          <a:latin typeface="Arial" panose="020B0604020202020204" pitchFamily="34" charset="0"/>
                          <a:cs typeface="Arial" panose="020B0604020202020204" pitchFamily="34" charset="0"/>
                        </a:rPr>
                        <a:t>How to</a:t>
                      </a:r>
                      <a:r>
                        <a:rPr lang="en-US" sz="1800" b="1" baseline="0" dirty="0">
                          <a:solidFill>
                            <a:srgbClr val="FFC000"/>
                          </a:solidFill>
                          <a:latin typeface="Arial" panose="020B0604020202020204" pitchFamily="34" charset="0"/>
                          <a:cs typeface="Arial" panose="020B0604020202020204" pitchFamily="34" charset="0"/>
                        </a:rPr>
                        <a:t> preview your poster prior to printing</a:t>
                      </a:r>
                      <a:endParaRPr lang="en-US" sz="1800" b="1" dirty="0">
                        <a:solidFill>
                          <a:srgbClr val="FFC000"/>
                        </a:solidFill>
                        <a:latin typeface="Arial" panose="020B0604020202020204" pitchFamily="34" charset="0"/>
                        <a:cs typeface="Arial" panose="020B0604020202020204" pitchFamily="34" charset="0"/>
                      </a:endParaRPr>
                    </a:p>
                    <a:p>
                      <a:pPr rtl="0"/>
                      <a:r>
                        <a:rPr lang="en-US" sz="1600" dirty="0">
                          <a:solidFill>
                            <a:srgbClr val="D9D9D9"/>
                          </a:solidFill>
                          <a:latin typeface="Arial" panose="020B0604020202020204" pitchFamily="34" charset="0"/>
                          <a:cs typeface="Arial" panose="020B0604020202020204" pitchFamily="34" charset="0"/>
                        </a:rPr>
                        <a:t>You can preview your poster at any time by pressing the </a:t>
                      </a:r>
                      <a:r>
                        <a:rPr lang="en-US" sz="1600" dirty="0">
                          <a:solidFill>
                            <a:srgbClr val="FFC000"/>
                          </a:solidFill>
                          <a:latin typeface="Arial" panose="020B0604020202020204" pitchFamily="34" charset="0"/>
                          <a:cs typeface="Arial" panose="020B0604020202020204" pitchFamily="34" charset="0"/>
                        </a:rPr>
                        <a:t>F5 key</a:t>
                      </a:r>
                      <a:r>
                        <a:rPr lang="en-US" sz="16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600" dirty="0">
                          <a:solidFill>
                            <a:srgbClr val="FFC000"/>
                          </a:solidFill>
                          <a:latin typeface="Arial" panose="020B0604020202020204" pitchFamily="34" charset="0"/>
                          <a:cs typeface="Arial" panose="020B0604020202020204" pitchFamily="34" charset="0"/>
                        </a:rPr>
                        <a:t>ESC key </a:t>
                      </a:r>
                      <a:r>
                        <a:rPr lang="en-US" sz="16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000" b="1" dirty="0">
                          <a:solidFill>
                            <a:srgbClr val="D9D9D9"/>
                          </a:solidFill>
                          <a:latin typeface="Arial" panose="020B0604020202020204" pitchFamily="34" charset="0"/>
                          <a:cs typeface="Arial" panose="020B0604020202020204" pitchFamily="34" charset="0"/>
                        </a:rPr>
                        <a:t>F5</a:t>
                      </a:r>
                      <a:r>
                        <a:rPr lang="en-US" sz="1600" baseline="0" dirty="0">
                          <a:solidFill>
                            <a:srgbClr val="D9D9D9"/>
                          </a:solidFill>
                          <a:latin typeface="Arial" panose="020B0604020202020204" pitchFamily="34" charset="0"/>
                          <a:cs typeface="Arial" panose="020B0604020202020204" pitchFamily="34" charset="0"/>
                        </a:rPr>
                        <a:t> </a:t>
                      </a:r>
                      <a:endParaRPr lang="en-US" sz="16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387474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dirty="0">
                          <a:solidFill>
                            <a:srgbClr val="D9D9D9"/>
                          </a:solidFill>
                          <a:latin typeface="Arial"/>
                          <a:cs typeface="Arial"/>
                        </a:rPr>
                        <a:t>When you are ready to have your poster printed go online to </a:t>
                      </a:r>
                      <a:r>
                        <a:rPr lang="en-US" sz="1600" noProof="0" dirty="0" err="1">
                          <a:solidFill>
                            <a:srgbClr val="FFC000"/>
                          </a:solidFill>
                          <a:latin typeface="Arial"/>
                          <a:cs typeface="Arial"/>
                        </a:rPr>
                        <a:t>PosterPresentations.com</a:t>
                      </a:r>
                      <a:r>
                        <a:rPr lang="en-US" sz="1600" noProof="0" dirty="0">
                          <a:solidFill>
                            <a:srgbClr val="D9D9D9"/>
                          </a:solidFill>
                          <a:latin typeface="Arial"/>
                          <a:cs typeface="Arial"/>
                        </a:rPr>
                        <a:t> and click on the "</a:t>
                      </a:r>
                      <a:r>
                        <a:rPr lang="en-US" sz="1600" noProof="0" dirty="0">
                          <a:solidFill>
                            <a:srgbClr val="FFC000"/>
                          </a:solidFill>
                          <a:latin typeface="Arial"/>
                          <a:cs typeface="Arial"/>
                        </a:rPr>
                        <a:t>Order Your Poster</a:t>
                      </a:r>
                      <a:r>
                        <a:rPr lang="en-US" sz="16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600" noProof="0" dirty="0">
                          <a:solidFill>
                            <a:srgbClr val="D9D9D9"/>
                          </a:solidFill>
                          <a:latin typeface="Arial"/>
                          <a:cs typeface="Arial"/>
                        </a:rPr>
                      </a:br>
                      <a:r>
                        <a:rPr lang="en-US" sz="1600" noProof="0" dirty="0">
                          <a:solidFill>
                            <a:srgbClr val="D9D9D9"/>
                          </a:solidFill>
                          <a:latin typeface="Arial"/>
                          <a:cs typeface="Arial"/>
                        </a:rPr>
                        <a:t>Go to </a:t>
                      </a:r>
                      <a:r>
                        <a:rPr lang="en-US" sz="1600" noProof="0" dirty="0" err="1">
                          <a:solidFill>
                            <a:srgbClr val="FFC000"/>
                          </a:solidFill>
                          <a:latin typeface="Arial"/>
                          <a:cs typeface="Arial"/>
                        </a:rPr>
                        <a:t>PosterPresentations.com</a:t>
                      </a:r>
                      <a:r>
                        <a:rPr lang="en-US" sz="16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913821">
                <a:tc gridSpan="3">
                  <a:txBody>
                    <a:bodyPr/>
                    <a:lstStyle/>
                    <a:p>
                      <a:endParaRPr lang="en-US" sz="16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42160">
                <a:tc gridSpan="2">
                  <a:txBody>
                    <a:bodyPr/>
                    <a:lstStyle/>
                    <a:p>
                      <a:pPr>
                        <a:lnSpc>
                          <a:spcPts val="2600"/>
                        </a:lnSpc>
                      </a:pPr>
                      <a:r>
                        <a:rPr lang="en-US" sz="1400" dirty="0">
                          <a:solidFill>
                            <a:schemeClr val="bg1">
                              <a:lumMod val="85000"/>
                            </a:schemeClr>
                          </a:solidFill>
                          <a:latin typeface="Arial"/>
                          <a:cs typeface="Arial"/>
                        </a:rPr>
                        <a:t>© 2022</a:t>
                      </a:r>
                      <a:r>
                        <a:rPr lang="en-US" sz="1400" baseline="0" dirty="0">
                          <a:solidFill>
                            <a:schemeClr val="bg1">
                              <a:lumMod val="85000"/>
                            </a:schemeClr>
                          </a:solidFill>
                          <a:latin typeface="Arial"/>
                          <a:cs typeface="Arial"/>
                        </a:rPr>
                        <a:t> </a:t>
                      </a:r>
                      <a:r>
                        <a:rPr lang="en-US" sz="1400" dirty="0" err="1">
                          <a:solidFill>
                            <a:schemeClr val="bg1">
                              <a:lumMod val="85000"/>
                            </a:schemeClr>
                          </a:solidFill>
                          <a:latin typeface="Arial"/>
                          <a:cs typeface="Arial"/>
                        </a:rPr>
                        <a:t>PosterPresentations.com</a:t>
                      </a:r>
                      <a:br>
                        <a:rPr lang="en-US" sz="1400" dirty="0">
                          <a:solidFill>
                            <a:schemeClr val="bg1">
                              <a:lumMod val="85000"/>
                            </a:schemeClr>
                          </a:solidFill>
                          <a:latin typeface="Arial"/>
                          <a:cs typeface="Arial"/>
                        </a:rPr>
                      </a:br>
                      <a:r>
                        <a:rPr lang="en-US" sz="1400" dirty="0">
                          <a:solidFill>
                            <a:schemeClr val="bg1">
                              <a:lumMod val="85000"/>
                            </a:schemeClr>
                          </a:solidFill>
                          <a:latin typeface="Arial"/>
                          <a:cs typeface="Arial"/>
                        </a:rPr>
                        <a:t>2117 Fourth Street ,</a:t>
                      </a:r>
                      <a:r>
                        <a:rPr lang="en-US" sz="1400" baseline="0" dirty="0">
                          <a:solidFill>
                            <a:schemeClr val="bg1">
                              <a:lumMod val="85000"/>
                            </a:schemeClr>
                          </a:solidFill>
                          <a:latin typeface="Arial"/>
                          <a:cs typeface="Arial"/>
                        </a:rPr>
                        <a:t> STE C        </a:t>
                      </a:r>
                    </a:p>
                    <a:p>
                      <a:pPr>
                        <a:lnSpc>
                          <a:spcPts val="2600"/>
                        </a:lnSpc>
                      </a:pPr>
                      <a:r>
                        <a:rPr lang="en-US" sz="1400" baseline="0" dirty="0">
                          <a:solidFill>
                            <a:schemeClr val="bg1">
                              <a:lumMod val="85000"/>
                            </a:schemeClr>
                          </a:solidFill>
                          <a:latin typeface="Arial"/>
                          <a:cs typeface="Arial"/>
                        </a:rPr>
                        <a:t>Berkeley CA 94710 USA</a:t>
                      </a:r>
                      <a:endParaRPr lang="en-US" sz="14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600" b="1" dirty="0">
                          <a:solidFill>
                            <a:srgbClr val="D0D0D0"/>
                          </a:solidFill>
                          <a:latin typeface="Arial"/>
                          <a:cs typeface="Arial"/>
                        </a:rPr>
                        <a:t>For complete tutorials</a:t>
                      </a:r>
                      <a:r>
                        <a:rPr lang="en-US" sz="16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200" b="1" dirty="0">
                          <a:solidFill>
                            <a:srgbClr val="FFC000"/>
                          </a:solidFill>
                          <a:latin typeface="Arial"/>
                          <a:cs typeface="Arial"/>
                        </a:rPr>
                        <a:t>https://</a:t>
                      </a:r>
                      <a:r>
                        <a:rPr lang="en-US" sz="1200" b="1" dirty="0" err="1">
                          <a:solidFill>
                            <a:srgbClr val="FFC000"/>
                          </a:solidFill>
                          <a:latin typeface="Arial"/>
                          <a:cs typeface="Arial"/>
                        </a:rPr>
                        <a:t>www.posterpresentations.com</a:t>
                      </a:r>
                      <a:r>
                        <a:rPr lang="en-US" sz="1200" b="1" dirty="0">
                          <a:solidFill>
                            <a:srgbClr val="FFC000"/>
                          </a:solidFill>
                          <a:latin typeface="Arial"/>
                          <a:cs typeface="Arial"/>
                        </a:rPr>
                        <a:t>/</a:t>
                      </a:r>
                      <a:r>
                        <a:rPr lang="en-US" sz="1200" b="1" dirty="0" err="1">
                          <a:solidFill>
                            <a:srgbClr val="FFC000"/>
                          </a:solidFill>
                          <a:latin typeface="Arial"/>
                          <a:cs typeface="Arial"/>
                        </a:rPr>
                        <a:t>helpdesk.html</a:t>
                      </a:r>
                      <a:endParaRPr lang="en-US" sz="8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grpSp>
        <p:nvGrpSpPr>
          <p:cNvPr id="5" name="Group 4">
            <a:extLst>
              <a:ext uri="{FF2B5EF4-FFF2-40B4-BE49-F238E27FC236}">
                <a16:creationId xmlns:a16="http://schemas.microsoft.com/office/drawing/2014/main" id="{FC11E86C-1BAE-D328-3FC1-49F4093F775A}"/>
              </a:ext>
            </a:extLst>
          </p:cNvPr>
          <p:cNvGrpSpPr/>
          <p:nvPr userDrawn="1"/>
        </p:nvGrpSpPr>
        <p:grpSpPr>
          <a:xfrm>
            <a:off x="0" y="-1"/>
            <a:ext cx="43891200" cy="3563007"/>
            <a:chOff x="0" y="-1"/>
            <a:chExt cx="12192000" cy="1219223"/>
          </a:xfrm>
        </p:grpSpPr>
        <p:sp>
          <p:nvSpPr>
            <p:cNvPr id="6" name="Document 5">
              <a:extLst>
                <a:ext uri="{FF2B5EF4-FFF2-40B4-BE49-F238E27FC236}">
                  <a16:creationId xmlns:a16="http://schemas.microsoft.com/office/drawing/2014/main" id="{FDA6D10E-D6C0-B267-8CA2-C9EBCD9D32A1}"/>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400"/>
            </a:p>
          </p:txBody>
        </p:sp>
        <p:sp>
          <p:nvSpPr>
            <p:cNvPr id="7" name="Document 6">
              <a:extLst>
                <a:ext uri="{FF2B5EF4-FFF2-40B4-BE49-F238E27FC236}">
                  <a16:creationId xmlns:a16="http://schemas.microsoft.com/office/drawing/2014/main" id="{8C340A78-2859-CB97-13FD-79477E762739}"/>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400" dirty="0"/>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3761962" rtl="0" eaLnBrk="1" latinLnBrk="0" hangingPunct="1">
        <a:spcBef>
          <a:spcPct val="0"/>
        </a:spcBef>
        <a:buNone/>
        <a:defRPr sz="7500" kern="1200">
          <a:solidFill>
            <a:schemeClr val="bg1"/>
          </a:solidFill>
          <a:latin typeface="Trebuchet MS" pitchFamily="34" charset="0"/>
          <a:ea typeface="+mj-ea"/>
          <a:cs typeface="+mj-cs"/>
        </a:defRPr>
      </a:lvl1pPr>
    </p:titleStyle>
    <p:bodyStyle>
      <a:lvl1pPr marL="1410737" indent="-1410737" algn="l" defTabSz="3761962" rtl="0" eaLnBrk="1" latinLnBrk="0" hangingPunct="1">
        <a:spcBef>
          <a:spcPct val="20000"/>
        </a:spcBef>
        <a:buFont typeface="Arial" pitchFamily="34" charset="0"/>
        <a:buChar char="•"/>
        <a:defRPr sz="13200" kern="1200">
          <a:solidFill>
            <a:schemeClr val="tx1"/>
          </a:solidFill>
          <a:latin typeface="+mn-lt"/>
          <a:ea typeface="+mn-ea"/>
          <a:cs typeface="+mn-cs"/>
        </a:defRPr>
      </a:lvl1pPr>
      <a:lvl2pPr marL="3056595" indent="-1175613" algn="l" defTabSz="3761962"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453" indent="-940491" algn="l" defTabSz="3761962"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43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413"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39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376"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35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33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1962" rtl="0" eaLnBrk="1" latinLnBrk="0" hangingPunct="1">
        <a:defRPr sz="7400" kern="1200">
          <a:solidFill>
            <a:schemeClr val="tx1"/>
          </a:solidFill>
          <a:latin typeface="+mn-lt"/>
          <a:ea typeface="+mn-ea"/>
          <a:cs typeface="+mn-cs"/>
        </a:defRPr>
      </a:lvl1pPr>
      <a:lvl2pPr marL="1880982" algn="l" defTabSz="3761962" rtl="0" eaLnBrk="1" latinLnBrk="0" hangingPunct="1">
        <a:defRPr sz="7400" kern="1200">
          <a:solidFill>
            <a:schemeClr val="tx1"/>
          </a:solidFill>
          <a:latin typeface="+mn-lt"/>
          <a:ea typeface="+mn-ea"/>
          <a:cs typeface="+mn-cs"/>
        </a:defRPr>
      </a:lvl2pPr>
      <a:lvl3pPr marL="3761962" algn="l" defTabSz="3761962" rtl="0" eaLnBrk="1" latinLnBrk="0" hangingPunct="1">
        <a:defRPr sz="7400" kern="1200">
          <a:solidFill>
            <a:schemeClr val="tx1"/>
          </a:solidFill>
          <a:latin typeface="+mn-lt"/>
          <a:ea typeface="+mn-ea"/>
          <a:cs typeface="+mn-cs"/>
        </a:defRPr>
      </a:lvl3pPr>
      <a:lvl4pPr marL="5642944" algn="l" defTabSz="3761962" rtl="0" eaLnBrk="1" latinLnBrk="0" hangingPunct="1">
        <a:defRPr sz="7400" kern="1200">
          <a:solidFill>
            <a:schemeClr val="tx1"/>
          </a:solidFill>
          <a:latin typeface="+mn-lt"/>
          <a:ea typeface="+mn-ea"/>
          <a:cs typeface="+mn-cs"/>
        </a:defRPr>
      </a:lvl4pPr>
      <a:lvl5pPr marL="7523924" algn="l" defTabSz="3761962" rtl="0" eaLnBrk="1" latinLnBrk="0" hangingPunct="1">
        <a:defRPr sz="7400" kern="1200">
          <a:solidFill>
            <a:schemeClr val="tx1"/>
          </a:solidFill>
          <a:latin typeface="+mn-lt"/>
          <a:ea typeface="+mn-ea"/>
          <a:cs typeface="+mn-cs"/>
        </a:defRPr>
      </a:lvl5pPr>
      <a:lvl6pPr marL="9404904" algn="l" defTabSz="3761962" rtl="0" eaLnBrk="1" latinLnBrk="0" hangingPunct="1">
        <a:defRPr sz="7400" kern="1200">
          <a:solidFill>
            <a:schemeClr val="tx1"/>
          </a:solidFill>
          <a:latin typeface="+mn-lt"/>
          <a:ea typeface="+mn-ea"/>
          <a:cs typeface="+mn-cs"/>
        </a:defRPr>
      </a:lvl6pPr>
      <a:lvl7pPr marL="11285886" algn="l" defTabSz="3761962" rtl="0" eaLnBrk="1" latinLnBrk="0" hangingPunct="1">
        <a:defRPr sz="7400" kern="1200">
          <a:solidFill>
            <a:schemeClr val="tx1"/>
          </a:solidFill>
          <a:latin typeface="+mn-lt"/>
          <a:ea typeface="+mn-ea"/>
          <a:cs typeface="+mn-cs"/>
        </a:defRPr>
      </a:lvl7pPr>
      <a:lvl8pPr marL="13166866" algn="l" defTabSz="3761962" rtl="0" eaLnBrk="1" latinLnBrk="0" hangingPunct="1">
        <a:defRPr sz="7400" kern="1200">
          <a:solidFill>
            <a:schemeClr val="tx1"/>
          </a:solidFill>
          <a:latin typeface="+mn-lt"/>
          <a:ea typeface="+mn-ea"/>
          <a:cs typeface="+mn-cs"/>
        </a:defRPr>
      </a:lvl8pPr>
      <a:lvl9pPr marL="15047848" algn="l" defTabSz="3761962" rtl="0" eaLnBrk="1" latinLnBrk="0" hangingPunct="1">
        <a:defRPr sz="7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819153" y="21488403"/>
            <a:ext cx="2514600" cy="291981"/>
          </a:xfrm>
          <a:prstGeom prst="rect">
            <a:avLst/>
          </a:prstGeom>
          <a:noFill/>
          <a:ln w="9525">
            <a:noFill/>
            <a:miter lim="800000"/>
            <a:headEnd/>
            <a:tailEnd/>
          </a:ln>
          <a:effectLst/>
        </p:spPr>
        <p:txBody>
          <a:bodyPr lIns="78225" tIns="39105" rIns="78225" bIns="39105">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9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1960005640"/>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3761962" rtl="0" eaLnBrk="1" latinLnBrk="0" hangingPunct="1">
        <a:spcBef>
          <a:spcPct val="0"/>
        </a:spcBef>
        <a:buNone/>
        <a:defRPr sz="7500" kern="1200">
          <a:solidFill>
            <a:schemeClr val="bg1"/>
          </a:solidFill>
          <a:latin typeface="Trebuchet MS" pitchFamily="34" charset="0"/>
          <a:ea typeface="+mj-ea"/>
          <a:cs typeface="+mj-cs"/>
        </a:defRPr>
      </a:lvl1pPr>
    </p:titleStyle>
    <p:bodyStyle>
      <a:lvl1pPr marL="1410737" indent="-1410737" algn="l" defTabSz="3761962" rtl="0" eaLnBrk="1" latinLnBrk="0" hangingPunct="1">
        <a:spcBef>
          <a:spcPct val="20000"/>
        </a:spcBef>
        <a:buFont typeface="Arial" pitchFamily="34" charset="0"/>
        <a:buChar char="•"/>
        <a:defRPr sz="13200" kern="1200">
          <a:solidFill>
            <a:schemeClr val="tx1"/>
          </a:solidFill>
          <a:latin typeface="+mn-lt"/>
          <a:ea typeface="+mn-ea"/>
          <a:cs typeface="+mn-cs"/>
        </a:defRPr>
      </a:lvl1pPr>
      <a:lvl2pPr marL="3056595" indent="-1175613" algn="l" defTabSz="3761962"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453" indent="-940491" algn="l" defTabSz="3761962"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43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413"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39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376"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35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33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1962" rtl="0" eaLnBrk="1" latinLnBrk="0" hangingPunct="1">
        <a:defRPr sz="7400" kern="1200">
          <a:solidFill>
            <a:schemeClr val="tx1"/>
          </a:solidFill>
          <a:latin typeface="+mn-lt"/>
          <a:ea typeface="+mn-ea"/>
          <a:cs typeface="+mn-cs"/>
        </a:defRPr>
      </a:lvl1pPr>
      <a:lvl2pPr marL="1880982" algn="l" defTabSz="3761962" rtl="0" eaLnBrk="1" latinLnBrk="0" hangingPunct="1">
        <a:defRPr sz="7400" kern="1200">
          <a:solidFill>
            <a:schemeClr val="tx1"/>
          </a:solidFill>
          <a:latin typeface="+mn-lt"/>
          <a:ea typeface="+mn-ea"/>
          <a:cs typeface="+mn-cs"/>
        </a:defRPr>
      </a:lvl2pPr>
      <a:lvl3pPr marL="3761962" algn="l" defTabSz="3761962" rtl="0" eaLnBrk="1" latinLnBrk="0" hangingPunct="1">
        <a:defRPr sz="7400" kern="1200">
          <a:solidFill>
            <a:schemeClr val="tx1"/>
          </a:solidFill>
          <a:latin typeface="+mn-lt"/>
          <a:ea typeface="+mn-ea"/>
          <a:cs typeface="+mn-cs"/>
        </a:defRPr>
      </a:lvl3pPr>
      <a:lvl4pPr marL="5642944" algn="l" defTabSz="3761962" rtl="0" eaLnBrk="1" latinLnBrk="0" hangingPunct="1">
        <a:defRPr sz="7400" kern="1200">
          <a:solidFill>
            <a:schemeClr val="tx1"/>
          </a:solidFill>
          <a:latin typeface="+mn-lt"/>
          <a:ea typeface="+mn-ea"/>
          <a:cs typeface="+mn-cs"/>
        </a:defRPr>
      </a:lvl4pPr>
      <a:lvl5pPr marL="7523924" algn="l" defTabSz="3761962" rtl="0" eaLnBrk="1" latinLnBrk="0" hangingPunct="1">
        <a:defRPr sz="7400" kern="1200">
          <a:solidFill>
            <a:schemeClr val="tx1"/>
          </a:solidFill>
          <a:latin typeface="+mn-lt"/>
          <a:ea typeface="+mn-ea"/>
          <a:cs typeface="+mn-cs"/>
        </a:defRPr>
      </a:lvl5pPr>
      <a:lvl6pPr marL="9404904" algn="l" defTabSz="3761962" rtl="0" eaLnBrk="1" latinLnBrk="0" hangingPunct="1">
        <a:defRPr sz="7400" kern="1200">
          <a:solidFill>
            <a:schemeClr val="tx1"/>
          </a:solidFill>
          <a:latin typeface="+mn-lt"/>
          <a:ea typeface="+mn-ea"/>
          <a:cs typeface="+mn-cs"/>
        </a:defRPr>
      </a:lvl6pPr>
      <a:lvl7pPr marL="11285886" algn="l" defTabSz="3761962" rtl="0" eaLnBrk="1" latinLnBrk="0" hangingPunct="1">
        <a:defRPr sz="7400" kern="1200">
          <a:solidFill>
            <a:schemeClr val="tx1"/>
          </a:solidFill>
          <a:latin typeface="+mn-lt"/>
          <a:ea typeface="+mn-ea"/>
          <a:cs typeface="+mn-cs"/>
        </a:defRPr>
      </a:lvl7pPr>
      <a:lvl8pPr marL="13166866" algn="l" defTabSz="3761962" rtl="0" eaLnBrk="1" latinLnBrk="0" hangingPunct="1">
        <a:defRPr sz="7400" kern="1200">
          <a:solidFill>
            <a:schemeClr val="tx1"/>
          </a:solidFill>
          <a:latin typeface="+mn-lt"/>
          <a:ea typeface="+mn-ea"/>
          <a:cs typeface="+mn-cs"/>
        </a:defRPr>
      </a:lvl8pPr>
      <a:lvl9pPr marL="15047848" algn="l" defTabSz="3761962"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diagramColors" Target="../diagrams/colors1.xml"/><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diagramQuickStyle" Target="../diagrams/quickStyle1.xml"/><Relationship Id="rId2" Type="http://schemas.openxmlformats.org/officeDocument/2006/relationships/image" Target="../media/image7.jpeg"/><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diagramLayout" Target="../diagrams/layout1.xml"/><Relationship Id="rId5" Type="http://schemas.openxmlformats.org/officeDocument/2006/relationships/chart" Target="../charts/chart1.xml"/><Relationship Id="rId15" Type="http://schemas.openxmlformats.org/officeDocument/2006/relationships/image" Target="../media/image22.png"/><Relationship Id="rId10" Type="http://schemas.openxmlformats.org/officeDocument/2006/relationships/diagramData" Target="../diagrams/data1.xml"/><Relationship Id="rId4" Type="http://schemas.openxmlformats.org/officeDocument/2006/relationships/image" Target="../media/image9.png"/><Relationship Id="rId9" Type="http://schemas.openxmlformats.org/officeDocument/2006/relationships/image" Target="../media/image13.png"/><Relationship Id="rId14" Type="http://schemas.microsoft.com/office/2007/relationships/diagramDrawing" Target="../diagrams/drawin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18D9A36-6BF9-6A59-8FD4-6529519684AB}"/>
              </a:ext>
            </a:extLst>
          </p:cNvPr>
          <p:cNvSpPr>
            <a:spLocks noGrp="1"/>
          </p:cNvSpPr>
          <p:nvPr>
            <p:ph type="body" sz="quarter" idx="20"/>
          </p:nvPr>
        </p:nvSpPr>
        <p:spPr>
          <a:xfrm>
            <a:off x="11024848" y="3720343"/>
            <a:ext cx="8269287" cy="800668"/>
          </a:xfrm>
        </p:spPr>
        <p:txBody>
          <a:bodyPr/>
          <a:lstStyle/>
          <a:p>
            <a:r>
              <a:rPr lang="en-US" sz="3200" dirty="0"/>
              <a:t>MATERIALS &amp; METHODS</a:t>
            </a:r>
          </a:p>
        </p:txBody>
      </p:sp>
      <p:sp>
        <p:nvSpPr>
          <p:cNvPr id="9" name="Text Placeholder 8">
            <a:extLst>
              <a:ext uri="{FF2B5EF4-FFF2-40B4-BE49-F238E27FC236}">
                <a16:creationId xmlns:a16="http://schemas.microsoft.com/office/drawing/2014/main" id="{89079F2D-0AD8-5DFB-9A0C-E45B02B0B952}"/>
              </a:ext>
            </a:extLst>
          </p:cNvPr>
          <p:cNvSpPr>
            <a:spLocks noGrp="1"/>
          </p:cNvSpPr>
          <p:nvPr>
            <p:ph type="body" sz="quarter" idx="25"/>
          </p:nvPr>
        </p:nvSpPr>
        <p:spPr>
          <a:xfrm>
            <a:off x="11024848" y="8628176"/>
            <a:ext cx="8272463" cy="769441"/>
          </a:xfrm>
        </p:spPr>
        <p:txBody>
          <a:bodyPr/>
          <a:lstStyle/>
          <a:p>
            <a:r>
              <a:rPr lang="en-US" sz="3200" dirty="0"/>
              <a:t>IMPLEMENTATION PLAN</a:t>
            </a:r>
          </a:p>
          <a:p>
            <a:endParaRPr lang="en-US" sz="3200" dirty="0"/>
          </a:p>
        </p:txBody>
      </p:sp>
      <p:sp>
        <p:nvSpPr>
          <p:cNvPr id="11" name="Text Placeholder 10">
            <a:extLst>
              <a:ext uri="{FF2B5EF4-FFF2-40B4-BE49-F238E27FC236}">
                <a16:creationId xmlns:a16="http://schemas.microsoft.com/office/drawing/2014/main" id="{858FF131-AD4E-B363-95F8-46DC3BE64395}"/>
              </a:ext>
            </a:extLst>
          </p:cNvPr>
          <p:cNvSpPr>
            <a:spLocks noGrp="1"/>
          </p:cNvSpPr>
          <p:nvPr>
            <p:ph type="body" sz="quarter" idx="27"/>
          </p:nvPr>
        </p:nvSpPr>
        <p:spPr>
          <a:xfrm>
            <a:off x="33805649" y="8737490"/>
            <a:ext cx="8272463" cy="752815"/>
          </a:xfrm>
        </p:spPr>
        <p:txBody>
          <a:bodyPr/>
          <a:lstStyle/>
          <a:p>
            <a:r>
              <a:rPr lang="en-US" sz="3200" dirty="0"/>
              <a:t>RISK MATRIX</a:t>
            </a:r>
          </a:p>
        </p:txBody>
      </p:sp>
      <p:sp>
        <p:nvSpPr>
          <p:cNvPr id="13" name="Text Placeholder 12">
            <a:extLst>
              <a:ext uri="{FF2B5EF4-FFF2-40B4-BE49-F238E27FC236}">
                <a16:creationId xmlns:a16="http://schemas.microsoft.com/office/drawing/2014/main" id="{82F12360-9112-8A62-C99C-756549DD1B68}"/>
              </a:ext>
            </a:extLst>
          </p:cNvPr>
          <p:cNvSpPr>
            <a:spLocks noGrp="1"/>
          </p:cNvSpPr>
          <p:nvPr>
            <p:ph type="body" sz="quarter" idx="29"/>
          </p:nvPr>
        </p:nvSpPr>
        <p:spPr>
          <a:xfrm>
            <a:off x="34770977" y="16086886"/>
            <a:ext cx="8275320" cy="650721"/>
          </a:xfrm>
        </p:spPr>
        <p:txBody>
          <a:bodyPr/>
          <a:lstStyle/>
          <a:p>
            <a:r>
              <a:rPr lang="en-US" sz="3200" dirty="0"/>
              <a:t>RECOMMENDATIONS</a:t>
            </a:r>
          </a:p>
        </p:txBody>
      </p:sp>
      <p:sp>
        <p:nvSpPr>
          <p:cNvPr id="17" name="Text Placeholder 16">
            <a:extLst>
              <a:ext uri="{FF2B5EF4-FFF2-40B4-BE49-F238E27FC236}">
                <a16:creationId xmlns:a16="http://schemas.microsoft.com/office/drawing/2014/main" id="{F7024FB7-F496-AE84-568E-BA9E0719E1F4}"/>
              </a:ext>
            </a:extLst>
          </p:cNvPr>
          <p:cNvSpPr>
            <a:spLocks noGrp="1"/>
          </p:cNvSpPr>
          <p:nvPr>
            <p:ph type="body" sz="quarter" idx="137"/>
          </p:nvPr>
        </p:nvSpPr>
        <p:spPr>
          <a:xfrm>
            <a:off x="22800012" y="3411976"/>
            <a:ext cx="9385394" cy="769441"/>
          </a:xfrm>
        </p:spPr>
        <p:txBody>
          <a:bodyPr/>
          <a:lstStyle/>
          <a:p>
            <a:r>
              <a:rPr lang="en-US" sz="3200" dirty="0"/>
              <a:t>RESULTS</a:t>
            </a:r>
          </a:p>
        </p:txBody>
      </p:sp>
      <p:sp>
        <p:nvSpPr>
          <p:cNvPr id="18" name="Text Placeholder 17">
            <a:extLst>
              <a:ext uri="{FF2B5EF4-FFF2-40B4-BE49-F238E27FC236}">
                <a16:creationId xmlns:a16="http://schemas.microsoft.com/office/drawing/2014/main" id="{1DFA2C35-6ADB-BF10-54FE-08BB18A1955A}"/>
              </a:ext>
            </a:extLst>
          </p:cNvPr>
          <p:cNvSpPr>
            <a:spLocks noGrp="1"/>
          </p:cNvSpPr>
          <p:nvPr>
            <p:ph type="body" sz="quarter" idx="161"/>
          </p:nvPr>
        </p:nvSpPr>
        <p:spPr>
          <a:xfrm>
            <a:off x="5225144" y="1091512"/>
            <a:ext cx="33440914" cy="1717393"/>
          </a:xfrm>
        </p:spPr>
        <p:txBody>
          <a:bodyPr/>
          <a:lstStyle/>
          <a:p>
            <a:r>
              <a:rPr lang="en-US" sz="4800" b="1" dirty="0"/>
              <a:t>Group 4: </a:t>
            </a:r>
            <a:r>
              <a:rPr lang="en-US" sz="4800" b="1" dirty="0" err="1"/>
              <a:t>Favour</a:t>
            </a:r>
            <a:r>
              <a:rPr lang="en-US" sz="4800" b="1" dirty="0"/>
              <a:t> </a:t>
            </a:r>
            <a:r>
              <a:rPr lang="en-US" sz="4800" b="1" dirty="0" err="1"/>
              <a:t>Ukaegbu</a:t>
            </a:r>
            <a:r>
              <a:rPr lang="en-US" sz="4800" b="1" dirty="0"/>
              <a:t> | Ashiyana Patel | Sandra Okoye | Het Modi | </a:t>
            </a:r>
            <a:r>
              <a:rPr lang="en-US" sz="4800" b="1" dirty="0" err="1"/>
              <a:t>Vrishin</a:t>
            </a:r>
            <a:r>
              <a:rPr lang="en-US" sz="4800" b="1" dirty="0"/>
              <a:t> Patel | Ashish Manu</a:t>
            </a:r>
          </a:p>
          <a:p>
            <a:endParaRPr lang="en-US" sz="4800" dirty="0"/>
          </a:p>
        </p:txBody>
      </p:sp>
      <p:sp>
        <p:nvSpPr>
          <p:cNvPr id="19" name="Text Placeholder 18">
            <a:extLst>
              <a:ext uri="{FF2B5EF4-FFF2-40B4-BE49-F238E27FC236}">
                <a16:creationId xmlns:a16="http://schemas.microsoft.com/office/drawing/2014/main" id="{A75FABC5-AFB2-6741-EFF4-D0CE14D1D0D4}"/>
              </a:ext>
            </a:extLst>
          </p:cNvPr>
          <p:cNvSpPr>
            <a:spLocks noGrp="1"/>
          </p:cNvSpPr>
          <p:nvPr>
            <p:ph type="body" sz="quarter" idx="195"/>
          </p:nvPr>
        </p:nvSpPr>
        <p:spPr>
          <a:xfrm>
            <a:off x="5225144" y="1915060"/>
            <a:ext cx="33440914" cy="769441"/>
          </a:xfrm>
        </p:spPr>
        <p:txBody>
          <a:bodyPr/>
          <a:lstStyle/>
          <a:p>
            <a:r>
              <a:rPr lang="en-US" sz="4400" b="1" dirty="0"/>
              <a:t> Stakeholder: Elsie </a:t>
            </a:r>
            <a:r>
              <a:rPr lang="en-US" sz="4400" b="1" dirty="0" err="1"/>
              <a:t>Emukoro</a:t>
            </a:r>
            <a:endParaRPr lang="en-US" sz="4400" dirty="0"/>
          </a:p>
        </p:txBody>
      </p:sp>
      <p:sp>
        <p:nvSpPr>
          <p:cNvPr id="20" name="Text Placeholder 19">
            <a:extLst>
              <a:ext uri="{FF2B5EF4-FFF2-40B4-BE49-F238E27FC236}">
                <a16:creationId xmlns:a16="http://schemas.microsoft.com/office/drawing/2014/main" id="{3BACED76-9DD7-97AA-2044-90954A1D9417}"/>
              </a:ext>
            </a:extLst>
          </p:cNvPr>
          <p:cNvSpPr>
            <a:spLocks noGrp="1"/>
          </p:cNvSpPr>
          <p:nvPr>
            <p:ph type="body" sz="quarter" idx="196"/>
          </p:nvPr>
        </p:nvSpPr>
        <p:spPr>
          <a:xfrm>
            <a:off x="5225144" y="180133"/>
            <a:ext cx="33440914" cy="923330"/>
          </a:xfrm>
        </p:spPr>
        <p:txBody>
          <a:bodyPr/>
          <a:lstStyle/>
          <a:p>
            <a:r>
              <a:rPr lang="en-US" sz="5400" i="1" dirty="0"/>
              <a:t>Evo-Konnect Mobile Wallet Integration: A Step Towards Seamless Digital Payments</a:t>
            </a:r>
          </a:p>
        </p:txBody>
      </p:sp>
      <p:sp>
        <p:nvSpPr>
          <p:cNvPr id="50" name="Text Placeholder 2">
            <a:extLst>
              <a:ext uri="{FF2B5EF4-FFF2-40B4-BE49-F238E27FC236}">
                <a16:creationId xmlns:a16="http://schemas.microsoft.com/office/drawing/2014/main" id="{0C12E5D3-5B7F-6A3D-B501-FE49B2C5D328}"/>
              </a:ext>
            </a:extLst>
          </p:cNvPr>
          <p:cNvSpPr>
            <a:spLocks noGrp="1"/>
          </p:cNvSpPr>
          <p:nvPr>
            <p:ph type="body" sz="quarter" idx="11"/>
          </p:nvPr>
        </p:nvSpPr>
        <p:spPr>
          <a:xfrm>
            <a:off x="330575" y="3633046"/>
            <a:ext cx="8741769" cy="769441"/>
          </a:xfrm>
        </p:spPr>
        <p:txBody>
          <a:bodyPr/>
          <a:lstStyle/>
          <a:p>
            <a:r>
              <a:rPr lang="en-US" sz="3200" dirty="0"/>
              <a:t>INTRODUCTION</a:t>
            </a:r>
            <a:endParaRPr lang="en-US" dirty="0"/>
          </a:p>
        </p:txBody>
      </p:sp>
      <p:sp>
        <p:nvSpPr>
          <p:cNvPr id="6" name="Rectangle 265">
            <a:extLst>
              <a:ext uri="{FF2B5EF4-FFF2-40B4-BE49-F238E27FC236}">
                <a16:creationId xmlns:a16="http://schemas.microsoft.com/office/drawing/2014/main" id="{B8324A2D-7FDA-BE59-941B-579E1CD9F8E9}"/>
              </a:ext>
            </a:extLst>
          </p:cNvPr>
          <p:cNvSpPr>
            <a:spLocks noChangeAspect="1" noChangeArrowheads="1"/>
          </p:cNvSpPr>
          <p:nvPr/>
        </p:nvSpPr>
        <p:spPr bwMode="auto">
          <a:xfrm>
            <a:off x="40072234" y="66522"/>
            <a:ext cx="3415553" cy="2563686"/>
          </a:xfrm>
          <a:prstGeom prst="rect">
            <a:avLst/>
          </a:prstGeom>
          <a:blipFill>
            <a:blip r:embed="rId2">
              <a:extLst>
                <a:ext uri="{28A0092B-C50C-407E-A947-70E740481C1C}">
                  <a14:useLocalDpi xmlns:a14="http://schemas.microsoft.com/office/drawing/2010/main" val="0"/>
                </a:ext>
              </a:extLst>
            </a:blip>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3814" tIns="41907" rIns="83814" bIns="41907" anchor="ctr"/>
          <a:lstStyle/>
          <a:p>
            <a:pPr algn="ctr" defTabSz="4022725"/>
            <a:endParaRPr lang="en-US" sz="1200" b="1" dirty="0">
              <a:latin typeface="Calibri" pitchFamily="34" charset="0"/>
            </a:endParaRPr>
          </a:p>
        </p:txBody>
      </p:sp>
      <p:sp>
        <p:nvSpPr>
          <p:cNvPr id="22" name="Text Box 189">
            <a:extLst>
              <a:ext uri="{FF2B5EF4-FFF2-40B4-BE49-F238E27FC236}">
                <a16:creationId xmlns:a16="http://schemas.microsoft.com/office/drawing/2014/main" id="{C52ECEE7-24A5-94A9-299A-668D888E8873}"/>
              </a:ext>
            </a:extLst>
          </p:cNvPr>
          <p:cNvSpPr txBox="1">
            <a:spLocks noChangeArrowheads="1"/>
          </p:cNvSpPr>
          <p:nvPr/>
        </p:nvSpPr>
        <p:spPr bwMode="auto">
          <a:xfrm>
            <a:off x="330510" y="4402487"/>
            <a:ext cx="8735514" cy="3724096"/>
          </a:xfrm>
          <a:prstGeom prst="rect">
            <a:avLst/>
          </a:prstGeom>
          <a:solidFill>
            <a:schemeClr val="bg1"/>
          </a:solidFill>
          <a:ln w="12700">
            <a:solidFill>
              <a:schemeClr val="accent1">
                <a:lumMod val="75000"/>
              </a:schemeClr>
            </a:solidFill>
          </a:ln>
          <a:effectLst/>
        </p:spPr>
        <p:txBody>
          <a:bodyPr wrap="square" lIns="137160" tIns="137160" rIns="137160" bIns="13716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GB" sz="3200" b="1" dirty="0">
                <a:latin typeface="+mn-lt"/>
              </a:rPr>
              <a:t>Evo-Konnect is an innovative mobile wallet solution designed to streamline financial transactions and enhance customer engagement. With a focus on security, usability, and rewarding customer loyalty, Evo-Konnect aims to provide a seamless and efficient payment experience for its users.</a:t>
            </a:r>
            <a:endParaRPr lang="en-US" sz="3200" b="1" dirty="0">
              <a:latin typeface="+mn-lt"/>
            </a:endParaRPr>
          </a:p>
        </p:txBody>
      </p:sp>
      <p:sp>
        <p:nvSpPr>
          <p:cNvPr id="28" name="Text Placeholder 3">
            <a:extLst>
              <a:ext uri="{FF2B5EF4-FFF2-40B4-BE49-F238E27FC236}">
                <a16:creationId xmlns:a16="http://schemas.microsoft.com/office/drawing/2014/main" id="{D7BE88A7-A2C6-E95D-251C-5AC29C62E8E8}"/>
              </a:ext>
            </a:extLst>
          </p:cNvPr>
          <p:cNvSpPr txBox="1">
            <a:spLocks/>
          </p:cNvSpPr>
          <p:nvPr/>
        </p:nvSpPr>
        <p:spPr>
          <a:xfrm>
            <a:off x="199911" y="14098846"/>
            <a:ext cx="8928905" cy="650721"/>
          </a:xfrm>
          <a:prstGeom prst="rect">
            <a:avLst/>
          </a:prstGeom>
          <a:solidFill>
            <a:schemeClr val="accent5">
              <a:lumMod val="50000"/>
            </a:schemeClr>
          </a:solidFill>
        </p:spPr>
        <p:txBody>
          <a:bodyPr wrap="square" lIns="78374" tIns="78374" rIns="78374" bIns="78374" anchor="t" anchorCtr="0">
            <a:spAutoFit/>
          </a:bodyPr>
          <a:lstStyle>
            <a:lvl1pPr marL="0" indent="0" algn="ctr" defTabSz="3761915"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56" indent="-1175598" algn="l" defTabSz="3761915"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394" indent="-940479" algn="l" defTabSz="3761915"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352"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308"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200" dirty="0"/>
              <a:t>CURRENT STATE</a:t>
            </a:r>
          </a:p>
        </p:txBody>
      </p:sp>
      <p:pic>
        <p:nvPicPr>
          <p:cNvPr id="30" name="Picture 29" descr="A screenshot of a computer&#10;&#10;Description automatically generated">
            <a:extLst>
              <a:ext uri="{FF2B5EF4-FFF2-40B4-BE49-F238E27FC236}">
                <a16:creationId xmlns:a16="http://schemas.microsoft.com/office/drawing/2014/main" id="{881C83A7-83F8-1EBE-9C0D-18F377680D4B}"/>
              </a:ext>
            </a:extLst>
          </p:cNvPr>
          <p:cNvPicPr>
            <a:picLocks noChangeAspect="1"/>
          </p:cNvPicPr>
          <p:nvPr/>
        </p:nvPicPr>
        <p:blipFill>
          <a:blip r:embed="rId3">
            <a:extLst>
              <a:ext uri="{28A0092B-C50C-407E-A947-70E740481C1C}">
                <a14:useLocalDpi xmlns:a14="http://schemas.microsoft.com/office/drawing/2010/main" val="0"/>
              </a:ext>
            </a:extLst>
          </a:blip>
          <a:srcRect l="2472" t="19276" r="2180" b="21765"/>
          <a:stretch/>
        </p:blipFill>
        <p:spPr>
          <a:xfrm>
            <a:off x="215155" y="15199638"/>
            <a:ext cx="22591057" cy="2634631"/>
          </a:xfrm>
          <a:prstGeom prst="rect">
            <a:avLst/>
          </a:prstGeom>
        </p:spPr>
      </p:pic>
      <p:sp>
        <p:nvSpPr>
          <p:cNvPr id="35" name="Text Placeholder 3">
            <a:extLst>
              <a:ext uri="{FF2B5EF4-FFF2-40B4-BE49-F238E27FC236}">
                <a16:creationId xmlns:a16="http://schemas.microsoft.com/office/drawing/2014/main" id="{89171C24-C553-0DF2-FD38-ACBAEF1825B6}"/>
              </a:ext>
            </a:extLst>
          </p:cNvPr>
          <p:cNvSpPr txBox="1">
            <a:spLocks/>
          </p:cNvSpPr>
          <p:nvPr/>
        </p:nvSpPr>
        <p:spPr>
          <a:xfrm>
            <a:off x="204883" y="17502318"/>
            <a:ext cx="8928905" cy="650721"/>
          </a:xfrm>
          <a:prstGeom prst="rect">
            <a:avLst/>
          </a:prstGeom>
          <a:solidFill>
            <a:schemeClr val="accent5">
              <a:lumMod val="50000"/>
            </a:schemeClr>
          </a:solidFill>
        </p:spPr>
        <p:txBody>
          <a:bodyPr wrap="square" lIns="78374" tIns="78374" rIns="78374" bIns="78374" anchor="t" anchorCtr="0">
            <a:spAutoFit/>
          </a:bodyPr>
          <a:lstStyle>
            <a:lvl1pPr marL="0" indent="0" algn="ctr" defTabSz="3761915"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56" indent="-1175598" algn="l" defTabSz="3761915"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394" indent="-940479" algn="l" defTabSz="3761915"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352"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308"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200" dirty="0"/>
              <a:t>FUTURE STATE</a:t>
            </a:r>
          </a:p>
        </p:txBody>
      </p:sp>
      <p:pic>
        <p:nvPicPr>
          <p:cNvPr id="36" name="Picture 35" descr="A diagram of a diagram&#10;&#10;Description automatically generated">
            <a:extLst>
              <a:ext uri="{FF2B5EF4-FFF2-40B4-BE49-F238E27FC236}">
                <a16:creationId xmlns:a16="http://schemas.microsoft.com/office/drawing/2014/main" id="{423C96E4-FBB5-13CB-0338-76BCC3D832B2}"/>
              </a:ext>
            </a:extLst>
          </p:cNvPr>
          <p:cNvPicPr>
            <a:picLocks noChangeAspect="1"/>
          </p:cNvPicPr>
          <p:nvPr/>
        </p:nvPicPr>
        <p:blipFill>
          <a:blip r:embed="rId4">
            <a:extLst>
              <a:ext uri="{28A0092B-C50C-407E-A947-70E740481C1C}">
                <a14:useLocalDpi xmlns:a14="http://schemas.microsoft.com/office/drawing/2010/main" val="0"/>
              </a:ext>
            </a:extLst>
          </a:blip>
          <a:srcRect l="1169" r="8280" b="7391"/>
          <a:stretch/>
        </p:blipFill>
        <p:spPr>
          <a:xfrm>
            <a:off x="115421" y="18140578"/>
            <a:ext cx="22591057" cy="2964918"/>
          </a:xfrm>
          <a:prstGeom prst="rect">
            <a:avLst/>
          </a:prstGeom>
        </p:spPr>
      </p:pic>
      <p:graphicFrame>
        <p:nvGraphicFramePr>
          <p:cNvPr id="43" name="Chart 42">
            <a:extLst>
              <a:ext uri="{FF2B5EF4-FFF2-40B4-BE49-F238E27FC236}">
                <a16:creationId xmlns:a16="http://schemas.microsoft.com/office/drawing/2014/main" id="{37CFA035-03FD-5E78-B508-C062E21B6314}"/>
              </a:ext>
            </a:extLst>
          </p:cNvPr>
          <p:cNvGraphicFramePr>
            <a:graphicFrameLocks/>
          </p:cNvGraphicFramePr>
          <p:nvPr>
            <p:extLst>
              <p:ext uri="{D42A27DB-BD31-4B8C-83A1-F6EECF244321}">
                <p14:modId xmlns:p14="http://schemas.microsoft.com/office/powerpoint/2010/main" val="1416424983"/>
              </p:ext>
            </p:extLst>
          </p:nvPr>
        </p:nvGraphicFramePr>
        <p:xfrm>
          <a:off x="22988246" y="4118755"/>
          <a:ext cx="9197160" cy="5159715"/>
        </p:xfrm>
        <a:graphic>
          <a:graphicData uri="http://schemas.openxmlformats.org/drawingml/2006/chart">
            <c:chart xmlns:c="http://schemas.openxmlformats.org/drawingml/2006/chart" xmlns:r="http://schemas.openxmlformats.org/officeDocument/2006/relationships" r:id="rId5"/>
          </a:graphicData>
        </a:graphic>
      </p:graphicFrame>
      <p:pic>
        <p:nvPicPr>
          <p:cNvPr id="2" name="Picture 1" descr="A road with pointers and text&#10;&#10;Description automatically generated">
            <a:extLst>
              <a:ext uri="{FF2B5EF4-FFF2-40B4-BE49-F238E27FC236}">
                <a16:creationId xmlns:a16="http://schemas.microsoft.com/office/drawing/2014/main" id="{974AF177-D42F-712A-3C01-93BA34AFF3F5}"/>
              </a:ext>
            </a:extLst>
          </p:cNvPr>
          <p:cNvPicPr>
            <a:picLocks noChangeAspect="1"/>
          </p:cNvPicPr>
          <p:nvPr/>
        </p:nvPicPr>
        <p:blipFill>
          <a:blip r:embed="rId6">
            <a:extLst>
              <a:ext uri="{28A0092B-C50C-407E-A947-70E740481C1C}">
                <a14:useLocalDpi xmlns:a14="http://schemas.microsoft.com/office/drawing/2010/main" val="0"/>
              </a:ext>
            </a:extLst>
          </a:blip>
          <a:srcRect t="21243"/>
          <a:stretch/>
        </p:blipFill>
        <p:spPr>
          <a:xfrm>
            <a:off x="8365042" y="9674949"/>
            <a:ext cx="12719016" cy="4101297"/>
          </a:xfrm>
          <a:prstGeom prst="rect">
            <a:avLst/>
          </a:prstGeom>
        </p:spPr>
      </p:pic>
      <p:pic>
        <p:nvPicPr>
          <p:cNvPr id="1028" name="Picture 4" descr="Agile vs Waterfall vs Hybrid: which approach should PMOs use?">
            <a:extLst>
              <a:ext uri="{FF2B5EF4-FFF2-40B4-BE49-F238E27FC236}">
                <a16:creationId xmlns:a16="http://schemas.microsoft.com/office/drawing/2014/main" id="{FD4A4945-8220-CAD6-B941-8310300935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65029" y="4662664"/>
            <a:ext cx="8188924" cy="36881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o Knows Customer Pain Points ...">
            <a:extLst>
              <a:ext uri="{FF2B5EF4-FFF2-40B4-BE49-F238E27FC236}">
                <a16:creationId xmlns:a16="http://schemas.microsoft.com/office/drawing/2014/main" id="{EDF21C41-421E-CFB7-444E-31DFCE8698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4903" y="9060218"/>
            <a:ext cx="6366947" cy="305632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A33B800-670E-16FE-F20E-868FFFB0533A}"/>
              </a:ext>
            </a:extLst>
          </p:cNvPr>
          <p:cNvSpPr txBox="1"/>
          <p:nvPr/>
        </p:nvSpPr>
        <p:spPr>
          <a:xfrm>
            <a:off x="844903" y="12416701"/>
            <a:ext cx="3610535" cy="523220"/>
          </a:xfrm>
          <a:prstGeom prst="rect">
            <a:avLst/>
          </a:prstGeom>
          <a:noFill/>
        </p:spPr>
        <p:txBody>
          <a:bodyPr wrap="square">
            <a:spAutoFit/>
          </a:bodyPr>
          <a:lstStyle/>
          <a:p>
            <a:r>
              <a:rPr lang="en-GB" sz="2800" b="1" dirty="0"/>
              <a:t>Complex User Journey</a:t>
            </a:r>
          </a:p>
        </p:txBody>
      </p:sp>
      <p:sp>
        <p:nvSpPr>
          <p:cNvPr id="15" name="TextBox 14">
            <a:extLst>
              <a:ext uri="{FF2B5EF4-FFF2-40B4-BE49-F238E27FC236}">
                <a16:creationId xmlns:a16="http://schemas.microsoft.com/office/drawing/2014/main" id="{3EFCE148-CACB-7D57-C8FD-6850F6BF0C49}"/>
              </a:ext>
            </a:extLst>
          </p:cNvPr>
          <p:cNvSpPr txBox="1"/>
          <p:nvPr/>
        </p:nvSpPr>
        <p:spPr>
          <a:xfrm>
            <a:off x="4888666" y="12988867"/>
            <a:ext cx="3293981" cy="954107"/>
          </a:xfrm>
          <a:prstGeom prst="rect">
            <a:avLst/>
          </a:prstGeom>
          <a:noFill/>
        </p:spPr>
        <p:txBody>
          <a:bodyPr wrap="square">
            <a:spAutoFit/>
          </a:bodyPr>
          <a:lstStyle/>
          <a:p>
            <a:r>
              <a:rPr lang="en-GB" sz="2800" b="1" dirty="0"/>
              <a:t>Limited Loyalty Mechanisms</a:t>
            </a:r>
          </a:p>
        </p:txBody>
      </p:sp>
      <p:sp>
        <p:nvSpPr>
          <p:cNvPr id="23" name="TextBox 22">
            <a:extLst>
              <a:ext uri="{FF2B5EF4-FFF2-40B4-BE49-F238E27FC236}">
                <a16:creationId xmlns:a16="http://schemas.microsoft.com/office/drawing/2014/main" id="{3F95FC87-27C3-B5E0-9484-194FCBBF4EDF}"/>
              </a:ext>
            </a:extLst>
          </p:cNvPr>
          <p:cNvSpPr txBox="1"/>
          <p:nvPr/>
        </p:nvSpPr>
        <p:spPr>
          <a:xfrm>
            <a:off x="4888666" y="12413353"/>
            <a:ext cx="3089599" cy="523220"/>
          </a:xfrm>
          <a:prstGeom prst="rect">
            <a:avLst/>
          </a:prstGeom>
          <a:noFill/>
        </p:spPr>
        <p:txBody>
          <a:bodyPr wrap="square">
            <a:spAutoFit/>
          </a:bodyPr>
          <a:lstStyle/>
          <a:p>
            <a:r>
              <a:rPr lang="en-GB" sz="2800" b="1" dirty="0"/>
              <a:t>Security Concerns</a:t>
            </a:r>
          </a:p>
        </p:txBody>
      </p:sp>
      <p:sp>
        <p:nvSpPr>
          <p:cNvPr id="26" name="TextBox 25">
            <a:extLst>
              <a:ext uri="{FF2B5EF4-FFF2-40B4-BE49-F238E27FC236}">
                <a16:creationId xmlns:a16="http://schemas.microsoft.com/office/drawing/2014/main" id="{EF2DD2D2-3DDC-2445-E3FF-B70DB7355DDD}"/>
              </a:ext>
            </a:extLst>
          </p:cNvPr>
          <p:cNvSpPr txBox="1"/>
          <p:nvPr/>
        </p:nvSpPr>
        <p:spPr>
          <a:xfrm>
            <a:off x="844903" y="12984904"/>
            <a:ext cx="3293981" cy="954107"/>
          </a:xfrm>
          <a:prstGeom prst="rect">
            <a:avLst/>
          </a:prstGeom>
          <a:noFill/>
        </p:spPr>
        <p:txBody>
          <a:bodyPr wrap="square">
            <a:spAutoFit/>
          </a:bodyPr>
          <a:lstStyle/>
          <a:p>
            <a:r>
              <a:rPr lang="en-GB" sz="2800" b="1" dirty="0"/>
              <a:t>Dependence on Third-Party Systems</a:t>
            </a:r>
          </a:p>
        </p:txBody>
      </p:sp>
      <p:sp>
        <p:nvSpPr>
          <p:cNvPr id="27" name="Text Placeholder 3">
            <a:extLst>
              <a:ext uri="{FF2B5EF4-FFF2-40B4-BE49-F238E27FC236}">
                <a16:creationId xmlns:a16="http://schemas.microsoft.com/office/drawing/2014/main" id="{64AC5FDB-C2E1-526C-F607-81D12820D74F}"/>
              </a:ext>
            </a:extLst>
          </p:cNvPr>
          <p:cNvSpPr txBox="1">
            <a:spLocks/>
          </p:cNvSpPr>
          <p:nvPr/>
        </p:nvSpPr>
        <p:spPr>
          <a:xfrm>
            <a:off x="330575" y="8242965"/>
            <a:ext cx="8735449" cy="650721"/>
          </a:xfrm>
          <a:prstGeom prst="rect">
            <a:avLst/>
          </a:prstGeom>
          <a:solidFill>
            <a:schemeClr val="accent5">
              <a:lumMod val="50000"/>
            </a:schemeClr>
          </a:solidFill>
        </p:spPr>
        <p:txBody>
          <a:bodyPr wrap="square" lIns="78374" tIns="78374" rIns="78374" bIns="78374" anchor="t" anchorCtr="0">
            <a:spAutoFit/>
          </a:bodyPr>
          <a:lstStyle>
            <a:lvl1pPr marL="0" indent="0" algn="ctr" defTabSz="3761915"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56" indent="-1175598" algn="l" defTabSz="3761915"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394" indent="-940479" algn="l" defTabSz="3761915"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352"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308"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200" dirty="0"/>
              <a:t>PAIN POINTS</a:t>
            </a:r>
          </a:p>
        </p:txBody>
      </p:sp>
      <p:sp>
        <p:nvSpPr>
          <p:cNvPr id="29" name="Rectangle 265">
            <a:extLst>
              <a:ext uri="{FF2B5EF4-FFF2-40B4-BE49-F238E27FC236}">
                <a16:creationId xmlns:a16="http://schemas.microsoft.com/office/drawing/2014/main" id="{339E3D7F-E4D8-B6A7-00FF-B7D9D25F8B87}"/>
              </a:ext>
            </a:extLst>
          </p:cNvPr>
          <p:cNvSpPr>
            <a:spLocks noChangeAspect="1" noChangeArrowheads="1"/>
          </p:cNvSpPr>
          <p:nvPr/>
        </p:nvSpPr>
        <p:spPr bwMode="auto">
          <a:xfrm>
            <a:off x="388590" y="55916"/>
            <a:ext cx="3415553" cy="2563686"/>
          </a:xfrm>
          <a:prstGeom prst="rect">
            <a:avLst/>
          </a:prstGeom>
          <a:blipFill>
            <a:blip r:embed="rId2">
              <a:extLst>
                <a:ext uri="{28A0092B-C50C-407E-A947-70E740481C1C}">
                  <a14:useLocalDpi xmlns:a14="http://schemas.microsoft.com/office/drawing/2010/main" val="0"/>
                </a:ext>
              </a:extLst>
            </a:blip>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3814" tIns="41907" rIns="83814" bIns="41907" anchor="ctr"/>
          <a:lstStyle/>
          <a:p>
            <a:pPr algn="ctr" defTabSz="4022725"/>
            <a:endParaRPr lang="en-US" sz="1200" b="1" dirty="0">
              <a:latin typeface="Calibri" pitchFamily="34" charset="0"/>
            </a:endParaRPr>
          </a:p>
        </p:txBody>
      </p:sp>
      <p:sp>
        <p:nvSpPr>
          <p:cNvPr id="40" name="Text Placeholder 16">
            <a:extLst>
              <a:ext uri="{FF2B5EF4-FFF2-40B4-BE49-F238E27FC236}">
                <a16:creationId xmlns:a16="http://schemas.microsoft.com/office/drawing/2014/main" id="{8210B822-D0D0-35E2-C8DF-0703AF7EB851}"/>
              </a:ext>
            </a:extLst>
          </p:cNvPr>
          <p:cNvSpPr txBox="1">
            <a:spLocks/>
          </p:cNvSpPr>
          <p:nvPr/>
        </p:nvSpPr>
        <p:spPr>
          <a:xfrm>
            <a:off x="33721775" y="3342518"/>
            <a:ext cx="8274926" cy="650721"/>
          </a:xfrm>
          <a:prstGeom prst="rect">
            <a:avLst/>
          </a:prstGeom>
          <a:solidFill>
            <a:schemeClr val="accent5">
              <a:lumMod val="50000"/>
            </a:schemeClr>
          </a:solidFill>
        </p:spPr>
        <p:txBody>
          <a:bodyPr wrap="square" lIns="78374" tIns="78374" rIns="78374" bIns="78374" anchor="t" anchorCtr="0">
            <a:spAutoFit/>
          </a:bodyPr>
          <a:lstStyle>
            <a:lvl1pPr marL="0" indent="0" algn="ctr" defTabSz="3761962"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95" indent="-1175613" algn="l" defTabSz="3761962"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453" indent="-940491" algn="l" defTabSz="3761962"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43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413"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39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376"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35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33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200" dirty="0"/>
              <a:t>ROI</a:t>
            </a:r>
          </a:p>
        </p:txBody>
      </p:sp>
      <p:pic>
        <p:nvPicPr>
          <p:cNvPr id="44" name="Picture 43">
            <a:extLst>
              <a:ext uri="{FF2B5EF4-FFF2-40B4-BE49-F238E27FC236}">
                <a16:creationId xmlns:a16="http://schemas.microsoft.com/office/drawing/2014/main" id="{6DC7B4F9-B7A0-B2EE-0816-952A4DBD8884}"/>
              </a:ext>
            </a:extLst>
          </p:cNvPr>
          <p:cNvPicPr>
            <a:picLocks noChangeAspect="1"/>
          </p:cNvPicPr>
          <p:nvPr/>
        </p:nvPicPr>
        <p:blipFill>
          <a:blip r:embed="rId9"/>
          <a:stretch>
            <a:fillRect/>
          </a:stretch>
        </p:blipFill>
        <p:spPr>
          <a:xfrm>
            <a:off x="33729900" y="4036038"/>
            <a:ext cx="9763081" cy="4572048"/>
          </a:xfrm>
          <a:prstGeom prst="rect">
            <a:avLst/>
          </a:prstGeom>
        </p:spPr>
      </p:pic>
      <p:graphicFrame>
        <p:nvGraphicFramePr>
          <p:cNvPr id="46" name="Content Placeholder 2">
            <a:extLst>
              <a:ext uri="{FF2B5EF4-FFF2-40B4-BE49-F238E27FC236}">
                <a16:creationId xmlns:a16="http://schemas.microsoft.com/office/drawing/2014/main" id="{0BF4369A-4858-97F5-3D14-FCD78388A2BA}"/>
              </a:ext>
            </a:extLst>
          </p:cNvPr>
          <p:cNvGraphicFramePr>
            <a:graphicFrameLocks/>
          </p:cNvGraphicFramePr>
          <p:nvPr>
            <p:extLst>
              <p:ext uri="{D42A27DB-BD31-4B8C-83A1-F6EECF244321}">
                <p14:modId xmlns:p14="http://schemas.microsoft.com/office/powerpoint/2010/main" val="534013065"/>
              </p:ext>
            </p:extLst>
          </p:nvPr>
        </p:nvGraphicFramePr>
        <p:xfrm>
          <a:off x="33160445" y="16831220"/>
          <a:ext cx="10515600" cy="435133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49" name="Content Placeholder 11">
            <a:extLst>
              <a:ext uri="{FF2B5EF4-FFF2-40B4-BE49-F238E27FC236}">
                <a16:creationId xmlns:a16="http://schemas.microsoft.com/office/drawing/2014/main" id="{FADA97BF-3D4F-12B0-4BEA-3232AA13CBFF}"/>
              </a:ext>
            </a:extLst>
          </p:cNvPr>
          <p:cNvGraphicFramePr>
            <a:graphicFrameLocks/>
          </p:cNvGraphicFramePr>
          <p:nvPr>
            <p:extLst>
              <p:ext uri="{D42A27DB-BD31-4B8C-83A1-F6EECF244321}">
                <p14:modId xmlns:p14="http://schemas.microsoft.com/office/powerpoint/2010/main" val="261925603"/>
              </p:ext>
            </p:extLst>
          </p:nvPr>
        </p:nvGraphicFramePr>
        <p:xfrm>
          <a:off x="33098563" y="9673497"/>
          <a:ext cx="10592726" cy="6169201"/>
        </p:xfrm>
        <a:graphic>
          <a:graphicData uri="http://schemas.openxmlformats.org/drawingml/2006/table">
            <a:tbl>
              <a:tblPr firstRow="1" bandRow="1">
                <a:tableStyleId>{7DF18680-E054-41AD-8BC1-D1AEF772440D}</a:tableStyleId>
              </a:tblPr>
              <a:tblGrid>
                <a:gridCol w="2195848">
                  <a:extLst>
                    <a:ext uri="{9D8B030D-6E8A-4147-A177-3AD203B41FA5}">
                      <a16:colId xmlns:a16="http://schemas.microsoft.com/office/drawing/2014/main" val="1239025239"/>
                    </a:ext>
                  </a:extLst>
                </a:gridCol>
                <a:gridCol w="1819471">
                  <a:extLst>
                    <a:ext uri="{9D8B030D-6E8A-4147-A177-3AD203B41FA5}">
                      <a16:colId xmlns:a16="http://schemas.microsoft.com/office/drawing/2014/main" val="3487183114"/>
                    </a:ext>
                  </a:extLst>
                </a:gridCol>
                <a:gridCol w="3088295">
                  <a:extLst>
                    <a:ext uri="{9D8B030D-6E8A-4147-A177-3AD203B41FA5}">
                      <a16:colId xmlns:a16="http://schemas.microsoft.com/office/drawing/2014/main" val="3033990361"/>
                    </a:ext>
                  </a:extLst>
                </a:gridCol>
                <a:gridCol w="3489112">
                  <a:extLst>
                    <a:ext uri="{9D8B030D-6E8A-4147-A177-3AD203B41FA5}">
                      <a16:colId xmlns:a16="http://schemas.microsoft.com/office/drawing/2014/main" val="4248439155"/>
                    </a:ext>
                  </a:extLst>
                </a:gridCol>
              </a:tblGrid>
              <a:tr h="1018081">
                <a:tc>
                  <a:txBody>
                    <a:bodyPr/>
                    <a:lstStyle/>
                    <a:p>
                      <a:r>
                        <a:rPr lang="en-GB" sz="3200" b="0" dirty="0"/>
                        <a:t>Likelihood</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Severity</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Risks</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Mitigations</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469193"/>
                  </a:ext>
                </a:extLst>
              </a:tr>
              <a:tr h="1948899">
                <a:tc>
                  <a:txBody>
                    <a:bodyPr/>
                    <a:lstStyle/>
                    <a:p>
                      <a:r>
                        <a:rPr lang="en-GB" sz="3200" b="0" dirty="0"/>
                        <a:t>High</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High </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Data security vulnerabilities during transactions</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Implement robust encryption and conduct regular audits.</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362694"/>
                  </a:ext>
                </a:extLst>
              </a:tr>
              <a:tr h="1503205">
                <a:tc>
                  <a:txBody>
                    <a:bodyPr/>
                    <a:lstStyle/>
                    <a:p>
                      <a:r>
                        <a:rPr lang="en-GB" sz="3200" b="0" dirty="0"/>
                        <a:t>Medium</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Medium</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Delays in vendor updates</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Engage multiple vendors to reduce dependency.</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981449"/>
                  </a:ext>
                </a:extLst>
              </a:tr>
              <a:tr h="1503205">
                <a:tc>
                  <a:txBody>
                    <a:bodyPr/>
                    <a:lstStyle/>
                    <a:p>
                      <a:r>
                        <a:rPr lang="en-GB" sz="3200" b="0" dirty="0"/>
                        <a:t>Low</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Low</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Cosmetic bugs that do not affect functionality</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3200" b="0" dirty="0"/>
                        <a:t>Perform thorough UI testing before release.</a:t>
                      </a:r>
                      <a:endParaRPr lang="en-GB" sz="32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8943794"/>
                  </a:ext>
                </a:extLst>
              </a:tr>
            </a:tbl>
          </a:graphicData>
        </a:graphic>
      </p:graphicFrame>
      <p:pic>
        <p:nvPicPr>
          <p:cNvPr id="53" name="Picture 52">
            <a:extLst>
              <a:ext uri="{FF2B5EF4-FFF2-40B4-BE49-F238E27FC236}">
                <a16:creationId xmlns:a16="http://schemas.microsoft.com/office/drawing/2014/main" id="{CFCF7C29-7312-075F-0A3B-92601DCC611D}"/>
              </a:ext>
            </a:extLst>
          </p:cNvPr>
          <p:cNvPicPr>
            <a:picLocks noChangeAspect="1"/>
          </p:cNvPicPr>
          <p:nvPr/>
        </p:nvPicPr>
        <p:blipFill>
          <a:blip r:embed="rId15"/>
          <a:stretch>
            <a:fillRect/>
          </a:stretch>
        </p:blipFill>
        <p:spPr>
          <a:xfrm>
            <a:off x="22842262" y="15905237"/>
            <a:ext cx="9853379" cy="4857018"/>
          </a:xfrm>
          <a:prstGeom prst="rect">
            <a:avLst/>
          </a:prstGeom>
        </p:spPr>
      </p:pic>
      <p:sp>
        <p:nvSpPr>
          <p:cNvPr id="54" name="Text Placeholder 16">
            <a:extLst>
              <a:ext uri="{FF2B5EF4-FFF2-40B4-BE49-F238E27FC236}">
                <a16:creationId xmlns:a16="http://schemas.microsoft.com/office/drawing/2014/main" id="{62A1F679-F798-DD9E-711E-41D242D8BFAF}"/>
              </a:ext>
            </a:extLst>
          </p:cNvPr>
          <p:cNvSpPr txBox="1">
            <a:spLocks/>
          </p:cNvSpPr>
          <p:nvPr/>
        </p:nvSpPr>
        <p:spPr>
          <a:xfrm>
            <a:off x="23355831" y="15099416"/>
            <a:ext cx="8274926" cy="650721"/>
          </a:xfrm>
          <a:prstGeom prst="rect">
            <a:avLst/>
          </a:prstGeom>
          <a:solidFill>
            <a:schemeClr val="accent5">
              <a:lumMod val="50000"/>
            </a:schemeClr>
          </a:solidFill>
        </p:spPr>
        <p:txBody>
          <a:bodyPr wrap="square" lIns="78374" tIns="78374" rIns="78374" bIns="78374" anchor="t" anchorCtr="0">
            <a:spAutoFit/>
          </a:bodyPr>
          <a:lstStyle>
            <a:lvl1pPr marL="0" indent="0" algn="ctr" defTabSz="3761962"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95" indent="-1175613" algn="l" defTabSz="3761962"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453" indent="-940491" algn="l" defTabSz="3761962"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43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413"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395"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376"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35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337" indent="-940491" algn="l" defTabSz="3761962"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200" dirty="0"/>
              <a:t>APPLICATION</a:t>
            </a:r>
          </a:p>
        </p:txBody>
      </p:sp>
      <p:pic>
        <p:nvPicPr>
          <p:cNvPr id="56" name="Picture 55">
            <a:extLst>
              <a:ext uri="{FF2B5EF4-FFF2-40B4-BE49-F238E27FC236}">
                <a16:creationId xmlns:a16="http://schemas.microsoft.com/office/drawing/2014/main" id="{0FD6BF06-3F2D-55BB-0851-82CCF41FD38A}"/>
              </a:ext>
            </a:extLst>
          </p:cNvPr>
          <p:cNvPicPr>
            <a:picLocks noChangeAspect="1"/>
          </p:cNvPicPr>
          <p:nvPr/>
        </p:nvPicPr>
        <p:blipFill>
          <a:blip r:embed="rId16"/>
          <a:stretch>
            <a:fillRect/>
          </a:stretch>
        </p:blipFill>
        <p:spPr>
          <a:xfrm>
            <a:off x="22773123" y="8882532"/>
            <a:ext cx="9853379" cy="5975442"/>
          </a:xfrm>
          <a:prstGeom prst="rect">
            <a:avLst/>
          </a:prstGeom>
        </p:spPr>
      </p:pic>
    </p:spTree>
    <p:extLst>
      <p:ext uri="{BB962C8B-B14F-4D97-AF65-F5344CB8AC3E}">
        <p14:creationId xmlns:p14="http://schemas.microsoft.com/office/powerpoint/2010/main" val="1394695677"/>
      </p:ext>
    </p:extLst>
  </p:cSld>
  <p:clrMapOvr>
    <a:masterClrMapping/>
  </p:clrMapOvr>
</p:sld>
</file>

<file path=ppt/theme/theme1.xml><?xml version="1.0" encoding="utf-8"?>
<a:theme xmlns:a="http://schemas.openxmlformats.org/drawingml/2006/main" name="48x96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PosterPresentations.com-48x96-Template</Template>
  <TotalTime>3623</TotalTime>
  <Words>194</Words>
  <Application>Microsoft Office PowerPoint</Application>
  <PresentationFormat>Custom</PresentationFormat>
  <Paragraphs>40</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Century Gothic</vt:lpstr>
      <vt:lpstr>Times New Roman</vt:lpstr>
      <vt:lpstr>Trebuchet MS</vt:lpstr>
      <vt:lpstr>48x96 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48x96 PowerPoint Presentation</dc:title>
  <dc:subject>Research poster presentation template</dc:subject>
  <dc:creator>PosterPresentations.com</dc:creator>
  <cp:keywords>48x96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Ashiyana Mustak Patel</cp:lastModifiedBy>
  <cp:revision>54</cp:revision>
  <dcterms:created xsi:type="dcterms:W3CDTF">2012-02-09T21:25:37Z</dcterms:created>
  <dcterms:modified xsi:type="dcterms:W3CDTF">2024-12-05T00:35:54Z</dcterms:modified>
  <cp:category>Research poster templates</cp:category>
</cp:coreProperties>
</file>